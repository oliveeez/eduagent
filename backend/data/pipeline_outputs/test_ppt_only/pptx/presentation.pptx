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6" r:id="rId2"/>
    <p:sldMasterId id="2147483684" r:id="rId3"/>
    <p:sldMasterId id="2147483702" r:id="rId4"/>
    <p:sldMasterId id="2147483720" r:id="rId5"/>
    <p:sldMasterId id="2147483738" r:id="rId6"/>
    <p:sldMasterId id="2147483756" r:id="rId7"/>
    <p:sldMasterId id="2147483774" r:id="rId8"/>
    <p:sldMasterId id="2147483792" r:id="rId9"/>
    <p:sldMasterId id="2147483810" r:id="rId10"/>
    <p:sldMasterId id="2147483828" r:id="rId11"/>
    <p:sldMasterId id="2147483846" r:id="rId12"/>
    <p:sldMasterId id="2147483864" r:id="rId13"/>
    <p:sldMasterId id="2147483882" r:id="rId14"/>
    <p:sldMasterId id="2147483900" r:id="rId15"/>
    <p:sldMasterId id="2147483918" r:id="rId16"/>
    <p:sldMasterId id="2147483936" r:id="rId17"/>
    <p:sldMasterId id="2147483954" r:id="rId18"/>
  </p:sldMasterIdLst>
  <p:notesMasterIdLst>
    <p:notesMasterId r:id="rId21"/>
  </p:notesMasterIdLst>
  <p:handoutMasterIdLst>
    <p:handoutMasterId r:id="rId22"/>
  </p:handoutMasterIdLst>
  <p:sldIdLst>
    <p:sldId id="256" r:id="rId19"/>
    <p:sldId id="257" r:id="rId20"/>
    <p:sldId id="258" r:id="rId28"/>
    <p:sldId id="259" r:id="rId29"/>
    <p:sldId id="260" r:id="rId30"/>
    <p:sldId id="261" r:id="rId31"/>
    <p:sldId id="262" r:id="rId32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3FCCA5CC-F365-4341-BFB8-B60DA5A3B15D}">
          <p14:sldIdLst>
            <p14:sldId id="256"/>
            <p14:sldId id="328"/>
          </p14:sldIdLst>
        </p14:section>
        <p14:section name="目录" id="{017F0D12-27D2-490C-910C-815125398AC8}">
          <p14:sldIdLst/>
        </p14:section>
        <p14:section name="过渡页" id="{255FA83B-1C12-40C6-B414-038CF2130AE8}">
          <p14:sldIdLst/>
        </p14:section>
        <p14:section name="内页" id="{C6D91BFE-80F2-473C-AE71-1EA12DA3CD92}">
          <p14:sldIdLst/>
        </p14:section>
        <p14:section name="封底" id="{2E025735-C41C-4ED5-94AB-BFCE16B95C49}">
          <p14:sldIdLst/>
        </p14:section>
        <p14:section name="设计规范" id="{D649FF30-C064-4F5D-86A8-654B6F88799F}">
          <p14:sldIdLst/>
        </p14:section>
      </p14:sectionLst>
    </p:ext>
    <p:ext uri="{EFAFB233-063F-42B5-8137-9DF3F51BA10A}">
      <p15:sldGuideLst xmlns:p15="http://schemas.microsoft.com/office/powerpoint/2012/main">
        <p15:guide id="1" pos="3872" userDrawn="1">
          <p15:clr>
            <a:srgbClr val="A4A3A4"/>
          </p15:clr>
        </p15:guide>
        <p15:guide id="2" pos="2389" userDrawn="1">
          <p15:clr>
            <a:srgbClr val="A4A3A4"/>
          </p15:clr>
        </p15:guide>
        <p15:guide id="4" orient="horz" pos="214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1EB"/>
    <a:srgbClr val="EDEDED"/>
    <a:srgbClr val="AA1219"/>
    <a:srgbClr val="CC0000"/>
    <a:srgbClr val="FF0000"/>
    <a:srgbClr val="F8EC00"/>
    <a:srgbClr val="FAEDDE"/>
    <a:srgbClr val="FEC776"/>
    <a:srgbClr val="EDF0F0"/>
    <a:srgbClr val="A9DC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15" autoAdjust="0"/>
    <p:restoredTop sz="94629" autoAdjust="0"/>
  </p:normalViewPr>
  <p:slideViewPr>
    <p:cSldViewPr snapToGrid="0" showGuides="1">
      <p:cViewPr varScale="1">
        <p:scale>
          <a:sx n="103" d="100"/>
          <a:sy n="103" d="100"/>
        </p:scale>
        <p:origin x="712" y="176"/>
      </p:cViewPr>
      <p:guideLst>
        <p:guide pos="3872"/>
        <p:guide pos="2389"/>
        <p:guide orient="horz" pos="214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536"/>
    </p:cViewPr>
  </p:sorterViewPr>
  <p:notesViewPr>
    <p:cSldViewPr snapToGrid="0">
      <p:cViewPr varScale="1">
        <p:scale>
          <a:sx n="83" d="100"/>
          <a:sy n="83" d="100"/>
        </p:scale>
        <p:origin x="2994" y="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11" Type="http://schemas.openxmlformats.org/officeDocument/2006/relationships/slideMaster" Target="slideMasters/slideMaster11.xml"/><Relationship Id="rId12" Type="http://schemas.openxmlformats.org/officeDocument/2006/relationships/slideMaster" Target="slideMasters/slideMaster12.xml"/><Relationship Id="rId13" Type="http://schemas.openxmlformats.org/officeDocument/2006/relationships/slideMaster" Target="slideMasters/slideMaster13.xml"/><Relationship Id="rId14" Type="http://schemas.openxmlformats.org/officeDocument/2006/relationships/slideMaster" Target="slideMasters/slideMaster14.xml"/><Relationship Id="rId15" Type="http://schemas.openxmlformats.org/officeDocument/2006/relationships/slideMaster" Target="slideMasters/slideMaster15.xml"/><Relationship Id="rId16" Type="http://schemas.openxmlformats.org/officeDocument/2006/relationships/slideMaster" Target="slideMasters/slideMaster16.xml"/><Relationship Id="rId17" Type="http://schemas.openxmlformats.org/officeDocument/2006/relationships/slideMaster" Target="slideMasters/slideMaster17.xml"/><Relationship Id="rId18" Type="http://schemas.openxmlformats.org/officeDocument/2006/relationships/slideMaster" Target="slideMasters/slideMaster18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22" Type="http://schemas.openxmlformats.org/officeDocument/2006/relationships/handoutMaster" Target="handoutMasters/handoutMaster1.xml"/><Relationship Id="rId23" Type="http://schemas.openxmlformats.org/officeDocument/2006/relationships/tags" Target="tags/tag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3.xml"/><Relationship Id="rId29" Type="http://schemas.openxmlformats.org/officeDocument/2006/relationships/slide" Target="slides/slide4.xml"/><Relationship Id="rId30" Type="http://schemas.openxmlformats.org/officeDocument/2006/relationships/slide" Target="slides/slide5.xml"/><Relationship Id="rId31" Type="http://schemas.openxmlformats.org/officeDocument/2006/relationships/slide" Target="slides/slide6.xml"/><Relationship Id="rId32" Type="http://schemas.openxmlformats.org/officeDocument/2006/relationships/slide" Target="slides/slide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6FD112-0CED-45F9-83CF-E12CD0876C93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6AFF9C-CAE3-49DD-A734-0E28120776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7F1DD2-9A69-4A30-A20B-8ED9F9F614F2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E2EF1F-5AB9-4920-AF5B-E1DBE170874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2EF1F-5AB9-4920-AF5B-E1DBE170874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4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5.pn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pn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pn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pn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4.pn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5.pn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4.png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5.png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4.png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4.png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4.png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4.pn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5.png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4.png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4.png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4.png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4.png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5.png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4.png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4.png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4.png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4.png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5.png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4.png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4.png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4.png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4.png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5.png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4.png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4.png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4.png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4.png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5.png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4.png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4.png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4.png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4.png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5.png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4.png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2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2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2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4.png"/></Relationships>
</file>

<file path=ppt/slideLayouts/_rels/slideLayout2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4.png"/></Relationships>
</file>

<file path=ppt/slideLayouts/_rels/slideLayout2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2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14.png"/></Relationships>
</file>

<file path=ppt/slideLayouts/_rels/slideLayout2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15.png"/></Relationships>
</file>

<file path=ppt/slideLayouts/_rels/slideLayout2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2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4.png"/></Relationships>
</file>

<file path=ppt/slideLayouts/_rels/slideLayout2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2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2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2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4.png"/></Relationships>
</file>

<file path=ppt/slideLayouts/_rels/slideLayout2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4.png"/></Relationships>
</file>

<file path=ppt/slideLayouts/_rels/slideLayout2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2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14.png"/></Relationships>
</file>

<file path=ppt/slideLayouts/_rels/slideLayout2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15.png"/></Relationships>
</file>

<file path=ppt/slideLayouts/_rels/slideLayout2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2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4.png"/></Relationships>
</file>

<file path=ppt/slideLayouts/_rels/slideLayout2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2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2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2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4.png"/></Relationships>
</file>

<file path=ppt/slideLayouts/_rels/slideLayout2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4.png"/></Relationships>
</file>

<file path=ppt/slideLayouts/_rels/slideLayout2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2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4.png"/></Relationships>
</file>

<file path=ppt/slideLayouts/_rels/slideLayout2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5.png"/></Relationships>
</file>

<file path=ppt/slideLayouts/_rels/slideLayout2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2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/Relationships>
</file>

<file path=ppt/slideLayouts/_rels/slideLayout2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2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2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2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/Relationships>
</file>

<file path=ppt/slideLayouts/_rels/slideLayout2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/Relationships>
</file>

<file path=ppt/slideLayouts/_rels/slideLayout2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2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14.png"/></Relationships>
</file>

<file path=ppt/slideLayouts/_rels/slideLayout2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15.png"/></Relationships>
</file>

<file path=ppt/slideLayouts/_rels/slideLayout2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2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/Relationships>
</file>

<file path=ppt/slideLayouts/_rels/slideLayout2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2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2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2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/Relationships>
</file>

<file path=ppt/slideLayouts/_rels/slideLayout2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/Relationships>
</file>

<file path=ppt/slideLayouts/_rels/slideLayout2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2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14.png"/></Relationships>
</file>

<file path=ppt/slideLayouts/_rels/slideLayout2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15.png"/></Relationships>
</file>

<file path=ppt/slideLayouts/_rels/slideLayout2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2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/Relationships>
</file>

<file path=ppt/slideLayouts/_rels/slideLayout2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2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2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3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/Relationships>
</file>

<file path=ppt/slideLayouts/_rels/slideLayout3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/Relationships>
</file>

<file path=ppt/slideLayouts/_rels/slideLayout3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3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14.png"/></Relationships>
</file>

<file path=ppt/slideLayouts/_rels/slideLayout3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15.png"/></Relationships>
</file>

<file path=ppt/slideLayouts/_rels/slideLayout3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3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Relationship Id="rId9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4.xml"/><Relationship Id="rId18" Type="http://schemas.openxmlformats.org/officeDocument/2006/relationships/theme" Target="../theme/theme2.xml"/><Relationship Id="rId19" Type="http://schemas.openxmlformats.org/officeDocument/2006/relationships/image" Target="../media/image1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1.xml"/><Relationship Id="rId18" Type="http://schemas.openxmlformats.org/officeDocument/2006/relationships/theme" Target="../theme/theme3.xml"/><Relationship Id="rId19" Type="http://schemas.openxmlformats.org/officeDocument/2006/relationships/image" Target="../media/image1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slideLayout" Target="../slideLayouts/slideLayout53.xml"/><Relationship Id="rId3" Type="http://schemas.openxmlformats.org/officeDocument/2006/relationships/slideLayout" Target="../slideLayouts/slideLayout54.xml"/><Relationship Id="rId4" Type="http://schemas.openxmlformats.org/officeDocument/2006/relationships/slideLayout" Target="../slideLayouts/slideLayout55.xml"/><Relationship Id="rId5" Type="http://schemas.openxmlformats.org/officeDocument/2006/relationships/slideLayout" Target="../slideLayouts/slideLayout56.xml"/><Relationship Id="rId6" Type="http://schemas.openxmlformats.org/officeDocument/2006/relationships/slideLayout" Target="../slideLayouts/slideLayout57.xml"/><Relationship Id="rId7" Type="http://schemas.openxmlformats.org/officeDocument/2006/relationships/slideLayout" Target="../slideLayouts/slideLayout58.xml"/><Relationship Id="rId8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3.xml"/><Relationship Id="rId13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5.xml"/><Relationship Id="rId15" Type="http://schemas.openxmlformats.org/officeDocument/2006/relationships/slideLayout" Target="../slideLayouts/slideLayout66.xml"/><Relationship Id="rId16" Type="http://schemas.openxmlformats.org/officeDocument/2006/relationships/slideLayout" Target="../slideLayouts/slideLayout67.xml"/><Relationship Id="rId17" Type="http://schemas.openxmlformats.org/officeDocument/2006/relationships/slideLayout" Target="../slideLayouts/slideLayout68.xml"/><Relationship Id="rId18" Type="http://schemas.openxmlformats.org/officeDocument/2006/relationships/theme" Target="../theme/theme4.xml"/><Relationship Id="rId19" Type="http://schemas.openxmlformats.org/officeDocument/2006/relationships/image" Target="../media/image1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slideLayout" Target="../slideLayouts/slideLayout70.xml"/><Relationship Id="rId3" Type="http://schemas.openxmlformats.org/officeDocument/2006/relationships/slideLayout" Target="../slideLayouts/slideLayout71.xml"/><Relationship Id="rId4" Type="http://schemas.openxmlformats.org/officeDocument/2006/relationships/slideLayout" Target="../slideLayouts/slideLayout72.xml"/><Relationship Id="rId5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5.xml"/><Relationship Id="rId8" Type="http://schemas.openxmlformats.org/officeDocument/2006/relationships/slideLayout" Target="../slideLayouts/slideLayout76.xml"/><Relationship Id="rId9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80.xml"/><Relationship Id="rId13" Type="http://schemas.openxmlformats.org/officeDocument/2006/relationships/slideLayout" Target="../slideLayouts/slideLayout81.xml"/><Relationship Id="rId14" Type="http://schemas.openxmlformats.org/officeDocument/2006/relationships/slideLayout" Target="../slideLayouts/slideLayout82.xml"/><Relationship Id="rId15" Type="http://schemas.openxmlformats.org/officeDocument/2006/relationships/slideLayout" Target="../slideLayouts/slideLayout83.xml"/><Relationship Id="rId16" Type="http://schemas.openxmlformats.org/officeDocument/2006/relationships/slideLayout" Target="../slideLayouts/slideLayout84.xml"/><Relationship Id="rId17" Type="http://schemas.openxmlformats.org/officeDocument/2006/relationships/slideLayout" Target="../slideLayouts/slideLayout85.xml"/><Relationship Id="rId18" Type="http://schemas.openxmlformats.org/officeDocument/2006/relationships/theme" Target="../theme/theme5.xml"/><Relationship Id="rId19" Type="http://schemas.openxmlformats.org/officeDocument/2006/relationships/image" Target="../media/image1.png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slideLayout" Target="../slideLayouts/slideLayout87.xml"/><Relationship Id="rId3" Type="http://schemas.openxmlformats.org/officeDocument/2006/relationships/slideLayout" Target="../slideLayouts/slideLayout88.xml"/><Relationship Id="rId4" Type="http://schemas.openxmlformats.org/officeDocument/2006/relationships/slideLayout" Target="../slideLayouts/slideLayout89.xml"/><Relationship Id="rId5" Type="http://schemas.openxmlformats.org/officeDocument/2006/relationships/slideLayout" Target="../slideLayouts/slideLayout90.xml"/><Relationship Id="rId6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2.xml"/><Relationship Id="rId8" Type="http://schemas.openxmlformats.org/officeDocument/2006/relationships/slideLayout" Target="../slideLayouts/slideLayout93.xml"/><Relationship Id="rId9" Type="http://schemas.openxmlformats.org/officeDocument/2006/relationships/slideLayout" Target="../slideLayouts/slideLayout94.xml"/><Relationship Id="rId10" Type="http://schemas.openxmlformats.org/officeDocument/2006/relationships/slideLayout" Target="../slideLayouts/slideLayout95.xml"/><Relationship Id="rId11" Type="http://schemas.openxmlformats.org/officeDocument/2006/relationships/slideLayout" Target="../slideLayouts/slideLayout96.xml"/><Relationship Id="rId12" Type="http://schemas.openxmlformats.org/officeDocument/2006/relationships/slideLayout" Target="../slideLayouts/slideLayout97.xml"/><Relationship Id="rId13" Type="http://schemas.openxmlformats.org/officeDocument/2006/relationships/slideLayout" Target="../slideLayouts/slideLayout98.xml"/><Relationship Id="rId14" Type="http://schemas.openxmlformats.org/officeDocument/2006/relationships/slideLayout" Target="../slideLayouts/slideLayout99.xml"/><Relationship Id="rId15" Type="http://schemas.openxmlformats.org/officeDocument/2006/relationships/slideLayout" Target="../slideLayouts/slideLayout100.xml"/><Relationship Id="rId16" Type="http://schemas.openxmlformats.org/officeDocument/2006/relationships/slideLayout" Target="../slideLayouts/slideLayout101.xml"/><Relationship Id="rId17" Type="http://schemas.openxmlformats.org/officeDocument/2006/relationships/slideLayout" Target="../slideLayouts/slideLayout102.xml"/><Relationship Id="rId18" Type="http://schemas.openxmlformats.org/officeDocument/2006/relationships/theme" Target="../theme/theme6.xml"/><Relationship Id="rId19" Type="http://schemas.openxmlformats.org/officeDocument/2006/relationships/image" Target="../media/image1.png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3.xml"/><Relationship Id="rId2" Type="http://schemas.openxmlformats.org/officeDocument/2006/relationships/slideLayout" Target="../slideLayouts/slideLayout104.xml"/><Relationship Id="rId3" Type="http://schemas.openxmlformats.org/officeDocument/2006/relationships/slideLayout" Target="../slideLayouts/slideLayout105.xml"/><Relationship Id="rId4" Type="http://schemas.openxmlformats.org/officeDocument/2006/relationships/slideLayout" Target="../slideLayouts/slideLayout106.xml"/><Relationship Id="rId5" Type="http://schemas.openxmlformats.org/officeDocument/2006/relationships/slideLayout" Target="../slideLayouts/slideLayout107.xml"/><Relationship Id="rId6" Type="http://schemas.openxmlformats.org/officeDocument/2006/relationships/slideLayout" Target="../slideLayouts/slideLayout108.xml"/><Relationship Id="rId7" Type="http://schemas.openxmlformats.org/officeDocument/2006/relationships/slideLayout" Target="../slideLayouts/slideLayout109.xml"/><Relationship Id="rId8" Type="http://schemas.openxmlformats.org/officeDocument/2006/relationships/slideLayout" Target="../slideLayouts/slideLayout110.xml"/><Relationship Id="rId9" Type="http://schemas.openxmlformats.org/officeDocument/2006/relationships/slideLayout" Target="../slideLayouts/slideLayout111.xml"/><Relationship Id="rId10" Type="http://schemas.openxmlformats.org/officeDocument/2006/relationships/slideLayout" Target="../slideLayouts/slideLayout112.xml"/><Relationship Id="rId11" Type="http://schemas.openxmlformats.org/officeDocument/2006/relationships/slideLayout" Target="../slideLayouts/slideLayout113.xml"/><Relationship Id="rId12" Type="http://schemas.openxmlformats.org/officeDocument/2006/relationships/slideLayout" Target="../slideLayouts/slideLayout114.xml"/><Relationship Id="rId13" Type="http://schemas.openxmlformats.org/officeDocument/2006/relationships/slideLayout" Target="../slideLayouts/slideLayout115.xml"/><Relationship Id="rId14" Type="http://schemas.openxmlformats.org/officeDocument/2006/relationships/slideLayout" Target="../slideLayouts/slideLayout116.xml"/><Relationship Id="rId15" Type="http://schemas.openxmlformats.org/officeDocument/2006/relationships/slideLayout" Target="../slideLayouts/slideLayout117.xml"/><Relationship Id="rId16" Type="http://schemas.openxmlformats.org/officeDocument/2006/relationships/slideLayout" Target="../slideLayouts/slideLayout118.xml"/><Relationship Id="rId17" Type="http://schemas.openxmlformats.org/officeDocument/2006/relationships/slideLayout" Target="../slideLayouts/slideLayout119.xml"/><Relationship Id="rId18" Type="http://schemas.openxmlformats.org/officeDocument/2006/relationships/theme" Target="../theme/theme7.xml"/><Relationship Id="rId19" Type="http://schemas.openxmlformats.org/officeDocument/2006/relationships/image" Target="../media/image1.png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0.xml"/><Relationship Id="rId2" Type="http://schemas.openxmlformats.org/officeDocument/2006/relationships/slideLayout" Target="../slideLayouts/slideLayout121.xml"/><Relationship Id="rId3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123.xml"/><Relationship Id="rId5" Type="http://schemas.openxmlformats.org/officeDocument/2006/relationships/slideLayout" Target="../slideLayouts/slideLayout124.xml"/><Relationship Id="rId6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126.xml"/><Relationship Id="rId8" Type="http://schemas.openxmlformats.org/officeDocument/2006/relationships/slideLayout" Target="../slideLayouts/slideLayout127.xml"/><Relationship Id="rId9" Type="http://schemas.openxmlformats.org/officeDocument/2006/relationships/slideLayout" Target="../slideLayouts/slideLayout128.xml"/><Relationship Id="rId10" Type="http://schemas.openxmlformats.org/officeDocument/2006/relationships/slideLayout" Target="../slideLayouts/slideLayout129.xml"/><Relationship Id="rId11" Type="http://schemas.openxmlformats.org/officeDocument/2006/relationships/slideLayout" Target="../slideLayouts/slideLayout130.xml"/><Relationship Id="rId12" Type="http://schemas.openxmlformats.org/officeDocument/2006/relationships/slideLayout" Target="../slideLayouts/slideLayout131.xml"/><Relationship Id="rId13" Type="http://schemas.openxmlformats.org/officeDocument/2006/relationships/slideLayout" Target="../slideLayouts/slideLayout132.xml"/><Relationship Id="rId14" Type="http://schemas.openxmlformats.org/officeDocument/2006/relationships/slideLayout" Target="../slideLayouts/slideLayout133.xml"/><Relationship Id="rId15" Type="http://schemas.openxmlformats.org/officeDocument/2006/relationships/slideLayout" Target="../slideLayouts/slideLayout134.xml"/><Relationship Id="rId16" Type="http://schemas.openxmlformats.org/officeDocument/2006/relationships/slideLayout" Target="../slideLayouts/slideLayout135.xml"/><Relationship Id="rId17" Type="http://schemas.openxmlformats.org/officeDocument/2006/relationships/slideLayout" Target="../slideLayouts/slideLayout136.xml"/><Relationship Id="rId18" Type="http://schemas.openxmlformats.org/officeDocument/2006/relationships/theme" Target="../theme/theme8.xml"/><Relationship Id="rId19" Type="http://schemas.openxmlformats.org/officeDocument/2006/relationships/image" Target="../media/image1.png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7.xml"/><Relationship Id="rId2" Type="http://schemas.openxmlformats.org/officeDocument/2006/relationships/slideLayout" Target="../slideLayouts/slideLayout138.xml"/><Relationship Id="rId3" Type="http://schemas.openxmlformats.org/officeDocument/2006/relationships/slideLayout" Target="../slideLayouts/slideLayout139.xml"/><Relationship Id="rId4" Type="http://schemas.openxmlformats.org/officeDocument/2006/relationships/slideLayout" Target="../slideLayouts/slideLayout140.xml"/><Relationship Id="rId5" Type="http://schemas.openxmlformats.org/officeDocument/2006/relationships/slideLayout" Target="../slideLayouts/slideLayout141.xml"/><Relationship Id="rId6" Type="http://schemas.openxmlformats.org/officeDocument/2006/relationships/slideLayout" Target="../slideLayouts/slideLayout142.xml"/><Relationship Id="rId7" Type="http://schemas.openxmlformats.org/officeDocument/2006/relationships/slideLayout" Target="../slideLayouts/slideLayout143.xml"/><Relationship Id="rId8" Type="http://schemas.openxmlformats.org/officeDocument/2006/relationships/slideLayout" Target="../slideLayouts/slideLayout144.xml"/><Relationship Id="rId9" Type="http://schemas.openxmlformats.org/officeDocument/2006/relationships/slideLayout" Target="../slideLayouts/slideLayout145.xml"/><Relationship Id="rId10" Type="http://schemas.openxmlformats.org/officeDocument/2006/relationships/slideLayout" Target="../slideLayouts/slideLayout146.xml"/><Relationship Id="rId11" Type="http://schemas.openxmlformats.org/officeDocument/2006/relationships/slideLayout" Target="../slideLayouts/slideLayout147.xml"/><Relationship Id="rId12" Type="http://schemas.openxmlformats.org/officeDocument/2006/relationships/slideLayout" Target="../slideLayouts/slideLayout148.xml"/><Relationship Id="rId13" Type="http://schemas.openxmlformats.org/officeDocument/2006/relationships/slideLayout" Target="../slideLayouts/slideLayout149.xml"/><Relationship Id="rId14" Type="http://schemas.openxmlformats.org/officeDocument/2006/relationships/slideLayout" Target="../slideLayouts/slideLayout150.xml"/><Relationship Id="rId15" Type="http://schemas.openxmlformats.org/officeDocument/2006/relationships/slideLayout" Target="../slideLayouts/slideLayout151.xml"/><Relationship Id="rId16" Type="http://schemas.openxmlformats.org/officeDocument/2006/relationships/slideLayout" Target="../slideLayouts/slideLayout152.xml"/><Relationship Id="rId17" Type="http://schemas.openxmlformats.org/officeDocument/2006/relationships/slideLayout" Target="../slideLayouts/slideLayout153.xml"/><Relationship Id="rId18" Type="http://schemas.openxmlformats.org/officeDocument/2006/relationships/theme" Target="../theme/theme9.xml"/><Relationship Id="rId19" Type="http://schemas.openxmlformats.org/officeDocument/2006/relationships/image" Target="../media/image1.png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4.xml"/><Relationship Id="rId2" Type="http://schemas.openxmlformats.org/officeDocument/2006/relationships/slideLayout" Target="../slideLayouts/slideLayout155.xml"/><Relationship Id="rId3" Type="http://schemas.openxmlformats.org/officeDocument/2006/relationships/slideLayout" Target="../slideLayouts/slideLayout156.xml"/><Relationship Id="rId4" Type="http://schemas.openxmlformats.org/officeDocument/2006/relationships/slideLayout" Target="../slideLayouts/slideLayout157.xml"/><Relationship Id="rId5" Type="http://schemas.openxmlformats.org/officeDocument/2006/relationships/slideLayout" Target="../slideLayouts/slideLayout158.xml"/><Relationship Id="rId6" Type="http://schemas.openxmlformats.org/officeDocument/2006/relationships/slideLayout" Target="../slideLayouts/slideLayout159.xml"/><Relationship Id="rId7" Type="http://schemas.openxmlformats.org/officeDocument/2006/relationships/slideLayout" Target="../slideLayouts/slideLayout160.xml"/><Relationship Id="rId8" Type="http://schemas.openxmlformats.org/officeDocument/2006/relationships/slideLayout" Target="../slideLayouts/slideLayout161.xml"/><Relationship Id="rId9" Type="http://schemas.openxmlformats.org/officeDocument/2006/relationships/slideLayout" Target="../slideLayouts/slideLayout162.xml"/><Relationship Id="rId10" Type="http://schemas.openxmlformats.org/officeDocument/2006/relationships/slideLayout" Target="../slideLayouts/slideLayout163.xml"/><Relationship Id="rId11" Type="http://schemas.openxmlformats.org/officeDocument/2006/relationships/slideLayout" Target="../slideLayouts/slideLayout164.xml"/><Relationship Id="rId12" Type="http://schemas.openxmlformats.org/officeDocument/2006/relationships/slideLayout" Target="../slideLayouts/slideLayout165.xml"/><Relationship Id="rId13" Type="http://schemas.openxmlformats.org/officeDocument/2006/relationships/slideLayout" Target="../slideLayouts/slideLayout166.xml"/><Relationship Id="rId14" Type="http://schemas.openxmlformats.org/officeDocument/2006/relationships/slideLayout" Target="../slideLayouts/slideLayout167.xml"/><Relationship Id="rId15" Type="http://schemas.openxmlformats.org/officeDocument/2006/relationships/slideLayout" Target="../slideLayouts/slideLayout168.xml"/><Relationship Id="rId16" Type="http://schemas.openxmlformats.org/officeDocument/2006/relationships/slideLayout" Target="../slideLayouts/slideLayout169.xml"/><Relationship Id="rId17" Type="http://schemas.openxmlformats.org/officeDocument/2006/relationships/slideLayout" Target="../slideLayouts/slideLayout170.xml"/><Relationship Id="rId18" Type="http://schemas.openxmlformats.org/officeDocument/2006/relationships/theme" Target="../theme/theme10.xml"/><Relationship Id="rId19" Type="http://schemas.openxmlformats.org/officeDocument/2006/relationships/image" Target="../media/image1.png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1.xml"/><Relationship Id="rId2" Type="http://schemas.openxmlformats.org/officeDocument/2006/relationships/slideLayout" Target="../slideLayouts/slideLayout172.xml"/><Relationship Id="rId3" Type="http://schemas.openxmlformats.org/officeDocument/2006/relationships/slideLayout" Target="../slideLayouts/slideLayout173.xml"/><Relationship Id="rId4" Type="http://schemas.openxmlformats.org/officeDocument/2006/relationships/slideLayout" Target="../slideLayouts/slideLayout174.xml"/><Relationship Id="rId5" Type="http://schemas.openxmlformats.org/officeDocument/2006/relationships/slideLayout" Target="../slideLayouts/slideLayout175.xml"/><Relationship Id="rId6" Type="http://schemas.openxmlformats.org/officeDocument/2006/relationships/slideLayout" Target="../slideLayouts/slideLayout176.xml"/><Relationship Id="rId7" Type="http://schemas.openxmlformats.org/officeDocument/2006/relationships/slideLayout" Target="../slideLayouts/slideLayout177.xml"/><Relationship Id="rId8" Type="http://schemas.openxmlformats.org/officeDocument/2006/relationships/slideLayout" Target="../slideLayouts/slideLayout178.xml"/><Relationship Id="rId9" Type="http://schemas.openxmlformats.org/officeDocument/2006/relationships/slideLayout" Target="../slideLayouts/slideLayout179.xml"/><Relationship Id="rId10" Type="http://schemas.openxmlformats.org/officeDocument/2006/relationships/slideLayout" Target="../slideLayouts/slideLayout180.xml"/><Relationship Id="rId11" Type="http://schemas.openxmlformats.org/officeDocument/2006/relationships/slideLayout" Target="../slideLayouts/slideLayout181.xml"/><Relationship Id="rId12" Type="http://schemas.openxmlformats.org/officeDocument/2006/relationships/slideLayout" Target="../slideLayouts/slideLayout182.xml"/><Relationship Id="rId13" Type="http://schemas.openxmlformats.org/officeDocument/2006/relationships/slideLayout" Target="../slideLayouts/slideLayout183.xml"/><Relationship Id="rId14" Type="http://schemas.openxmlformats.org/officeDocument/2006/relationships/slideLayout" Target="../slideLayouts/slideLayout184.xml"/><Relationship Id="rId15" Type="http://schemas.openxmlformats.org/officeDocument/2006/relationships/slideLayout" Target="../slideLayouts/slideLayout185.xml"/><Relationship Id="rId16" Type="http://schemas.openxmlformats.org/officeDocument/2006/relationships/slideLayout" Target="../slideLayouts/slideLayout186.xml"/><Relationship Id="rId17" Type="http://schemas.openxmlformats.org/officeDocument/2006/relationships/slideLayout" Target="../slideLayouts/slideLayout187.xml"/><Relationship Id="rId18" Type="http://schemas.openxmlformats.org/officeDocument/2006/relationships/theme" Target="../theme/theme11.xml"/><Relationship Id="rId19" Type="http://schemas.openxmlformats.org/officeDocument/2006/relationships/image" Target="../media/image1.png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8.xml"/><Relationship Id="rId2" Type="http://schemas.openxmlformats.org/officeDocument/2006/relationships/slideLayout" Target="../slideLayouts/slideLayout189.xml"/><Relationship Id="rId3" Type="http://schemas.openxmlformats.org/officeDocument/2006/relationships/slideLayout" Target="../slideLayouts/slideLayout190.xml"/><Relationship Id="rId4" Type="http://schemas.openxmlformats.org/officeDocument/2006/relationships/slideLayout" Target="../slideLayouts/slideLayout191.xml"/><Relationship Id="rId5" Type="http://schemas.openxmlformats.org/officeDocument/2006/relationships/slideLayout" Target="../slideLayouts/slideLayout192.xml"/><Relationship Id="rId6" Type="http://schemas.openxmlformats.org/officeDocument/2006/relationships/slideLayout" Target="../slideLayouts/slideLayout193.xml"/><Relationship Id="rId7" Type="http://schemas.openxmlformats.org/officeDocument/2006/relationships/slideLayout" Target="../slideLayouts/slideLayout194.xml"/><Relationship Id="rId8" Type="http://schemas.openxmlformats.org/officeDocument/2006/relationships/slideLayout" Target="../slideLayouts/slideLayout195.xml"/><Relationship Id="rId9" Type="http://schemas.openxmlformats.org/officeDocument/2006/relationships/slideLayout" Target="../slideLayouts/slideLayout196.xml"/><Relationship Id="rId10" Type="http://schemas.openxmlformats.org/officeDocument/2006/relationships/slideLayout" Target="../slideLayouts/slideLayout197.xml"/><Relationship Id="rId11" Type="http://schemas.openxmlformats.org/officeDocument/2006/relationships/slideLayout" Target="../slideLayouts/slideLayout198.xml"/><Relationship Id="rId12" Type="http://schemas.openxmlformats.org/officeDocument/2006/relationships/slideLayout" Target="../slideLayouts/slideLayout199.xml"/><Relationship Id="rId13" Type="http://schemas.openxmlformats.org/officeDocument/2006/relationships/slideLayout" Target="../slideLayouts/slideLayout200.xml"/><Relationship Id="rId14" Type="http://schemas.openxmlformats.org/officeDocument/2006/relationships/slideLayout" Target="../slideLayouts/slideLayout201.xml"/><Relationship Id="rId15" Type="http://schemas.openxmlformats.org/officeDocument/2006/relationships/slideLayout" Target="../slideLayouts/slideLayout202.xml"/><Relationship Id="rId16" Type="http://schemas.openxmlformats.org/officeDocument/2006/relationships/slideLayout" Target="../slideLayouts/slideLayout203.xml"/><Relationship Id="rId17" Type="http://schemas.openxmlformats.org/officeDocument/2006/relationships/slideLayout" Target="../slideLayouts/slideLayout204.xml"/><Relationship Id="rId18" Type="http://schemas.openxmlformats.org/officeDocument/2006/relationships/theme" Target="../theme/theme12.xml"/><Relationship Id="rId19" Type="http://schemas.openxmlformats.org/officeDocument/2006/relationships/image" Target="../media/image1.png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5.xml"/><Relationship Id="rId2" Type="http://schemas.openxmlformats.org/officeDocument/2006/relationships/slideLayout" Target="../slideLayouts/slideLayout206.xml"/><Relationship Id="rId3" Type="http://schemas.openxmlformats.org/officeDocument/2006/relationships/slideLayout" Target="../slideLayouts/slideLayout207.xml"/><Relationship Id="rId4" Type="http://schemas.openxmlformats.org/officeDocument/2006/relationships/slideLayout" Target="../slideLayouts/slideLayout208.xml"/><Relationship Id="rId5" Type="http://schemas.openxmlformats.org/officeDocument/2006/relationships/slideLayout" Target="../slideLayouts/slideLayout209.xml"/><Relationship Id="rId6" Type="http://schemas.openxmlformats.org/officeDocument/2006/relationships/slideLayout" Target="../slideLayouts/slideLayout210.xml"/><Relationship Id="rId7" Type="http://schemas.openxmlformats.org/officeDocument/2006/relationships/slideLayout" Target="../slideLayouts/slideLayout211.xml"/><Relationship Id="rId8" Type="http://schemas.openxmlformats.org/officeDocument/2006/relationships/slideLayout" Target="../slideLayouts/slideLayout212.xml"/><Relationship Id="rId9" Type="http://schemas.openxmlformats.org/officeDocument/2006/relationships/slideLayout" Target="../slideLayouts/slideLayout213.xml"/><Relationship Id="rId10" Type="http://schemas.openxmlformats.org/officeDocument/2006/relationships/slideLayout" Target="../slideLayouts/slideLayout214.xml"/><Relationship Id="rId11" Type="http://schemas.openxmlformats.org/officeDocument/2006/relationships/slideLayout" Target="../slideLayouts/slideLayout215.xml"/><Relationship Id="rId12" Type="http://schemas.openxmlformats.org/officeDocument/2006/relationships/slideLayout" Target="../slideLayouts/slideLayout216.xml"/><Relationship Id="rId13" Type="http://schemas.openxmlformats.org/officeDocument/2006/relationships/slideLayout" Target="../slideLayouts/slideLayout217.xml"/><Relationship Id="rId14" Type="http://schemas.openxmlformats.org/officeDocument/2006/relationships/slideLayout" Target="../slideLayouts/slideLayout218.xml"/><Relationship Id="rId15" Type="http://schemas.openxmlformats.org/officeDocument/2006/relationships/slideLayout" Target="../slideLayouts/slideLayout219.xml"/><Relationship Id="rId16" Type="http://schemas.openxmlformats.org/officeDocument/2006/relationships/slideLayout" Target="../slideLayouts/slideLayout220.xml"/><Relationship Id="rId17" Type="http://schemas.openxmlformats.org/officeDocument/2006/relationships/slideLayout" Target="../slideLayouts/slideLayout221.xml"/><Relationship Id="rId18" Type="http://schemas.openxmlformats.org/officeDocument/2006/relationships/theme" Target="../theme/theme13.xml"/><Relationship Id="rId19" Type="http://schemas.openxmlformats.org/officeDocument/2006/relationships/image" Target="../media/image1.png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2.xml"/><Relationship Id="rId2" Type="http://schemas.openxmlformats.org/officeDocument/2006/relationships/slideLayout" Target="../slideLayouts/slideLayout223.xml"/><Relationship Id="rId3" Type="http://schemas.openxmlformats.org/officeDocument/2006/relationships/slideLayout" Target="../slideLayouts/slideLayout224.xml"/><Relationship Id="rId4" Type="http://schemas.openxmlformats.org/officeDocument/2006/relationships/slideLayout" Target="../slideLayouts/slideLayout225.xml"/><Relationship Id="rId5" Type="http://schemas.openxmlformats.org/officeDocument/2006/relationships/slideLayout" Target="../slideLayouts/slideLayout226.xml"/><Relationship Id="rId6" Type="http://schemas.openxmlformats.org/officeDocument/2006/relationships/slideLayout" Target="../slideLayouts/slideLayout227.xml"/><Relationship Id="rId7" Type="http://schemas.openxmlformats.org/officeDocument/2006/relationships/slideLayout" Target="../slideLayouts/slideLayout228.xml"/><Relationship Id="rId8" Type="http://schemas.openxmlformats.org/officeDocument/2006/relationships/slideLayout" Target="../slideLayouts/slideLayout229.xml"/><Relationship Id="rId9" Type="http://schemas.openxmlformats.org/officeDocument/2006/relationships/slideLayout" Target="../slideLayouts/slideLayout230.xml"/><Relationship Id="rId10" Type="http://schemas.openxmlformats.org/officeDocument/2006/relationships/slideLayout" Target="../slideLayouts/slideLayout231.xml"/><Relationship Id="rId11" Type="http://schemas.openxmlformats.org/officeDocument/2006/relationships/slideLayout" Target="../slideLayouts/slideLayout232.xml"/><Relationship Id="rId12" Type="http://schemas.openxmlformats.org/officeDocument/2006/relationships/slideLayout" Target="../slideLayouts/slideLayout233.xml"/><Relationship Id="rId13" Type="http://schemas.openxmlformats.org/officeDocument/2006/relationships/slideLayout" Target="../slideLayouts/slideLayout234.xml"/><Relationship Id="rId14" Type="http://schemas.openxmlformats.org/officeDocument/2006/relationships/slideLayout" Target="../slideLayouts/slideLayout235.xml"/><Relationship Id="rId15" Type="http://schemas.openxmlformats.org/officeDocument/2006/relationships/slideLayout" Target="../slideLayouts/slideLayout236.xml"/><Relationship Id="rId16" Type="http://schemas.openxmlformats.org/officeDocument/2006/relationships/slideLayout" Target="../slideLayouts/slideLayout237.xml"/><Relationship Id="rId17" Type="http://schemas.openxmlformats.org/officeDocument/2006/relationships/slideLayout" Target="../slideLayouts/slideLayout238.xml"/><Relationship Id="rId18" Type="http://schemas.openxmlformats.org/officeDocument/2006/relationships/theme" Target="../theme/theme14.xml"/><Relationship Id="rId19" Type="http://schemas.openxmlformats.org/officeDocument/2006/relationships/image" Target="../media/image1.png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9.xml"/><Relationship Id="rId2" Type="http://schemas.openxmlformats.org/officeDocument/2006/relationships/slideLayout" Target="../slideLayouts/slideLayout240.xml"/><Relationship Id="rId3" Type="http://schemas.openxmlformats.org/officeDocument/2006/relationships/slideLayout" Target="../slideLayouts/slideLayout241.xml"/><Relationship Id="rId4" Type="http://schemas.openxmlformats.org/officeDocument/2006/relationships/slideLayout" Target="../slideLayouts/slideLayout242.xml"/><Relationship Id="rId5" Type="http://schemas.openxmlformats.org/officeDocument/2006/relationships/slideLayout" Target="../slideLayouts/slideLayout243.xml"/><Relationship Id="rId6" Type="http://schemas.openxmlformats.org/officeDocument/2006/relationships/slideLayout" Target="../slideLayouts/slideLayout244.xml"/><Relationship Id="rId7" Type="http://schemas.openxmlformats.org/officeDocument/2006/relationships/slideLayout" Target="../slideLayouts/slideLayout245.xml"/><Relationship Id="rId8" Type="http://schemas.openxmlformats.org/officeDocument/2006/relationships/slideLayout" Target="../slideLayouts/slideLayout246.xml"/><Relationship Id="rId9" Type="http://schemas.openxmlformats.org/officeDocument/2006/relationships/slideLayout" Target="../slideLayouts/slideLayout247.xml"/><Relationship Id="rId10" Type="http://schemas.openxmlformats.org/officeDocument/2006/relationships/slideLayout" Target="../slideLayouts/slideLayout248.xml"/><Relationship Id="rId11" Type="http://schemas.openxmlformats.org/officeDocument/2006/relationships/slideLayout" Target="../slideLayouts/slideLayout249.xml"/><Relationship Id="rId12" Type="http://schemas.openxmlformats.org/officeDocument/2006/relationships/slideLayout" Target="../slideLayouts/slideLayout250.xml"/><Relationship Id="rId13" Type="http://schemas.openxmlformats.org/officeDocument/2006/relationships/slideLayout" Target="../slideLayouts/slideLayout251.xml"/><Relationship Id="rId14" Type="http://schemas.openxmlformats.org/officeDocument/2006/relationships/slideLayout" Target="../slideLayouts/slideLayout252.xml"/><Relationship Id="rId15" Type="http://schemas.openxmlformats.org/officeDocument/2006/relationships/slideLayout" Target="../slideLayouts/slideLayout253.xml"/><Relationship Id="rId16" Type="http://schemas.openxmlformats.org/officeDocument/2006/relationships/slideLayout" Target="../slideLayouts/slideLayout254.xml"/><Relationship Id="rId17" Type="http://schemas.openxmlformats.org/officeDocument/2006/relationships/slideLayout" Target="../slideLayouts/slideLayout255.xml"/><Relationship Id="rId18" Type="http://schemas.openxmlformats.org/officeDocument/2006/relationships/theme" Target="../theme/theme15.xml"/><Relationship Id="rId19" Type="http://schemas.openxmlformats.org/officeDocument/2006/relationships/image" Target="../media/image1.png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6.xml"/><Relationship Id="rId2" Type="http://schemas.openxmlformats.org/officeDocument/2006/relationships/slideLayout" Target="../slideLayouts/slideLayout257.xml"/><Relationship Id="rId3" Type="http://schemas.openxmlformats.org/officeDocument/2006/relationships/slideLayout" Target="../slideLayouts/slideLayout258.xml"/><Relationship Id="rId4" Type="http://schemas.openxmlformats.org/officeDocument/2006/relationships/slideLayout" Target="../slideLayouts/slideLayout259.xml"/><Relationship Id="rId5" Type="http://schemas.openxmlformats.org/officeDocument/2006/relationships/slideLayout" Target="../slideLayouts/slideLayout260.xml"/><Relationship Id="rId6" Type="http://schemas.openxmlformats.org/officeDocument/2006/relationships/slideLayout" Target="../slideLayouts/slideLayout261.xml"/><Relationship Id="rId7" Type="http://schemas.openxmlformats.org/officeDocument/2006/relationships/slideLayout" Target="../slideLayouts/slideLayout262.xml"/><Relationship Id="rId8" Type="http://schemas.openxmlformats.org/officeDocument/2006/relationships/slideLayout" Target="../slideLayouts/slideLayout263.xml"/><Relationship Id="rId9" Type="http://schemas.openxmlformats.org/officeDocument/2006/relationships/slideLayout" Target="../slideLayouts/slideLayout264.xml"/><Relationship Id="rId10" Type="http://schemas.openxmlformats.org/officeDocument/2006/relationships/slideLayout" Target="../slideLayouts/slideLayout265.xml"/><Relationship Id="rId11" Type="http://schemas.openxmlformats.org/officeDocument/2006/relationships/slideLayout" Target="../slideLayouts/slideLayout266.xml"/><Relationship Id="rId12" Type="http://schemas.openxmlformats.org/officeDocument/2006/relationships/slideLayout" Target="../slideLayouts/slideLayout267.xml"/><Relationship Id="rId13" Type="http://schemas.openxmlformats.org/officeDocument/2006/relationships/slideLayout" Target="../slideLayouts/slideLayout268.xml"/><Relationship Id="rId14" Type="http://schemas.openxmlformats.org/officeDocument/2006/relationships/slideLayout" Target="../slideLayouts/slideLayout269.xml"/><Relationship Id="rId15" Type="http://schemas.openxmlformats.org/officeDocument/2006/relationships/slideLayout" Target="../slideLayouts/slideLayout270.xml"/><Relationship Id="rId16" Type="http://schemas.openxmlformats.org/officeDocument/2006/relationships/slideLayout" Target="../slideLayouts/slideLayout271.xml"/><Relationship Id="rId17" Type="http://schemas.openxmlformats.org/officeDocument/2006/relationships/slideLayout" Target="../slideLayouts/slideLayout272.xml"/><Relationship Id="rId18" Type="http://schemas.openxmlformats.org/officeDocument/2006/relationships/theme" Target="../theme/theme16.xml"/><Relationship Id="rId19" Type="http://schemas.openxmlformats.org/officeDocument/2006/relationships/image" Target="../media/image1.png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3.xml"/><Relationship Id="rId2" Type="http://schemas.openxmlformats.org/officeDocument/2006/relationships/slideLayout" Target="../slideLayouts/slideLayout274.xml"/><Relationship Id="rId3" Type="http://schemas.openxmlformats.org/officeDocument/2006/relationships/slideLayout" Target="../slideLayouts/slideLayout275.xml"/><Relationship Id="rId4" Type="http://schemas.openxmlformats.org/officeDocument/2006/relationships/slideLayout" Target="../slideLayouts/slideLayout276.xml"/><Relationship Id="rId5" Type="http://schemas.openxmlformats.org/officeDocument/2006/relationships/slideLayout" Target="../slideLayouts/slideLayout277.xml"/><Relationship Id="rId6" Type="http://schemas.openxmlformats.org/officeDocument/2006/relationships/slideLayout" Target="../slideLayouts/slideLayout278.xml"/><Relationship Id="rId7" Type="http://schemas.openxmlformats.org/officeDocument/2006/relationships/slideLayout" Target="../slideLayouts/slideLayout279.xml"/><Relationship Id="rId8" Type="http://schemas.openxmlformats.org/officeDocument/2006/relationships/slideLayout" Target="../slideLayouts/slideLayout280.xml"/><Relationship Id="rId9" Type="http://schemas.openxmlformats.org/officeDocument/2006/relationships/slideLayout" Target="../slideLayouts/slideLayout281.xml"/><Relationship Id="rId10" Type="http://schemas.openxmlformats.org/officeDocument/2006/relationships/slideLayout" Target="../slideLayouts/slideLayout282.xml"/><Relationship Id="rId11" Type="http://schemas.openxmlformats.org/officeDocument/2006/relationships/slideLayout" Target="../slideLayouts/slideLayout283.xml"/><Relationship Id="rId12" Type="http://schemas.openxmlformats.org/officeDocument/2006/relationships/slideLayout" Target="../slideLayouts/slideLayout284.xml"/><Relationship Id="rId13" Type="http://schemas.openxmlformats.org/officeDocument/2006/relationships/slideLayout" Target="../slideLayouts/slideLayout285.xml"/><Relationship Id="rId14" Type="http://schemas.openxmlformats.org/officeDocument/2006/relationships/slideLayout" Target="../slideLayouts/slideLayout286.xml"/><Relationship Id="rId15" Type="http://schemas.openxmlformats.org/officeDocument/2006/relationships/slideLayout" Target="../slideLayouts/slideLayout287.xml"/><Relationship Id="rId16" Type="http://schemas.openxmlformats.org/officeDocument/2006/relationships/slideLayout" Target="../slideLayouts/slideLayout288.xml"/><Relationship Id="rId17" Type="http://schemas.openxmlformats.org/officeDocument/2006/relationships/slideLayout" Target="../slideLayouts/slideLayout289.xml"/><Relationship Id="rId18" Type="http://schemas.openxmlformats.org/officeDocument/2006/relationships/theme" Target="../theme/theme17.xml"/><Relationship Id="rId19" Type="http://schemas.openxmlformats.org/officeDocument/2006/relationships/image" Target="../media/image1.png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0.xml"/><Relationship Id="rId2" Type="http://schemas.openxmlformats.org/officeDocument/2006/relationships/slideLayout" Target="../slideLayouts/slideLayout291.xml"/><Relationship Id="rId3" Type="http://schemas.openxmlformats.org/officeDocument/2006/relationships/slideLayout" Target="../slideLayouts/slideLayout292.xml"/><Relationship Id="rId4" Type="http://schemas.openxmlformats.org/officeDocument/2006/relationships/slideLayout" Target="../slideLayouts/slideLayout293.xml"/><Relationship Id="rId5" Type="http://schemas.openxmlformats.org/officeDocument/2006/relationships/slideLayout" Target="../slideLayouts/slideLayout294.xml"/><Relationship Id="rId6" Type="http://schemas.openxmlformats.org/officeDocument/2006/relationships/slideLayout" Target="../slideLayouts/slideLayout295.xml"/><Relationship Id="rId7" Type="http://schemas.openxmlformats.org/officeDocument/2006/relationships/slideLayout" Target="../slideLayouts/slideLayout296.xml"/><Relationship Id="rId8" Type="http://schemas.openxmlformats.org/officeDocument/2006/relationships/slideLayout" Target="../slideLayouts/slideLayout297.xml"/><Relationship Id="rId9" Type="http://schemas.openxmlformats.org/officeDocument/2006/relationships/slideLayout" Target="../slideLayouts/slideLayout298.xml"/><Relationship Id="rId10" Type="http://schemas.openxmlformats.org/officeDocument/2006/relationships/slideLayout" Target="../slideLayouts/slideLayout299.xml"/><Relationship Id="rId11" Type="http://schemas.openxmlformats.org/officeDocument/2006/relationships/slideLayout" Target="../slideLayouts/slideLayout300.xml"/><Relationship Id="rId12" Type="http://schemas.openxmlformats.org/officeDocument/2006/relationships/slideLayout" Target="../slideLayouts/slideLayout301.xml"/><Relationship Id="rId13" Type="http://schemas.openxmlformats.org/officeDocument/2006/relationships/slideLayout" Target="../slideLayouts/slideLayout302.xml"/><Relationship Id="rId14" Type="http://schemas.openxmlformats.org/officeDocument/2006/relationships/slideLayout" Target="../slideLayouts/slideLayout303.xml"/><Relationship Id="rId15" Type="http://schemas.openxmlformats.org/officeDocument/2006/relationships/slideLayout" Target="../slideLayouts/slideLayout304.xml"/><Relationship Id="rId16" Type="http://schemas.openxmlformats.org/officeDocument/2006/relationships/slideLayout" Target="../slideLayouts/slideLayout305.xml"/><Relationship Id="rId17" Type="http://schemas.openxmlformats.org/officeDocument/2006/relationships/slideLayout" Target="../slideLayouts/slideLayout306.xml"/><Relationship Id="rId18" Type="http://schemas.openxmlformats.org/officeDocument/2006/relationships/theme" Target="../theme/theme18.xml"/><Relationship Id="rId1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  <p:sldLayoutId id="2147483788" r:id="rId14"/>
    <p:sldLayoutId id="2147483789" r:id="rId15"/>
    <p:sldLayoutId id="2147483790" r:id="rId16"/>
    <p:sldLayoutId id="2147483791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  <p:sldLayoutId id="2147483822" r:id="rId12"/>
    <p:sldLayoutId id="2147483823" r:id="rId13"/>
    <p:sldLayoutId id="2147483824" r:id="rId14"/>
    <p:sldLayoutId id="2147483825" r:id="rId15"/>
    <p:sldLayoutId id="2147483826" r:id="rId16"/>
    <p:sldLayoutId id="2147483827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  <p:sldLayoutId id="2147483841" r:id="rId13"/>
    <p:sldLayoutId id="2147483842" r:id="rId14"/>
    <p:sldLayoutId id="2147483843" r:id="rId15"/>
    <p:sldLayoutId id="2147483844" r:id="rId16"/>
    <p:sldLayoutId id="2147483845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  <p:sldLayoutId id="2147483848" r:id="rId2"/>
    <p:sldLayoutId id="2147483849" r:id="rId3"/>
    <p:sldLayoutId id="2147483850" r:id="rId4"/>
    <p:sldLayoutId id="2147483851" r:id="rId5"/>
    <p:sldLayoutId id="2147483852" r:id="rId6"/>
    <p:sldLayoutId id="2147483853" r:id="rId7"/>
    <p:sldLayoutId id="2147483854" r:id="rId8"/>
    <p:sldLayoutId id="2147483855" r:id="rId9"/>
    <p:sldLayoutId id="2147483856" r:id="rId10"/>
    <p:sldLayoutId id="2147483857" r:id="rId11"/>
    <p:sldLayoutId id="2147483858" r:id="rId12"/>
    <p:sldLayoutId id="2147483859" r:id="rId13"/>
    <p:sldLayoutId id="2147483860" r:id="rId14"/>
    <p:sldLayoutId id="2147483861" r:id="rId15"/>
    <p:sldLayoutId id="2147483862" r:id="rId16"/>
    <p:sldLayoutId id="2147483863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  <p:sldLayoutId id="2147483876" r:id="rId12"/>
    <p:sldLayoutId id="2147483877" r:id="rId13"/>
    <p:sldLayoutId id="2147483878" r:id="rId14"/>
    <p:sldLayoutId id="2147483879" r:id="rId15"/>
    <p:sldLayoutId id="2147483880" r:id="rId16"/>
    <p:sldLayoutId id="2147483881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885" r:id="rId3"/>
    <p:sldLayoutId id="2147483886" r:id="rId4"/>
    <p:sldLayoutId id="2147483887" r:id="rId5"/>
    <p:sldLayoutId id="2147483888" r:id="rId6"/>
    <p:sldLayoutId id="2147483889" r:id="rId7"/>
    <p:sldLayoutId id="2147483890" r:id="rId8"/>
    <p:sldLayoutId id="2147483891" r:id="rId9"/>
    <p:sldLayoutId id="2147483892" r:id="rId10"/>
    <p:sldLayoutId id="2147483893" r:id="rId11"/>
    <p:sldLayoutId id="2147483894" r:id="rId12"/>
    <p:sldLayoutId id="2147483895" r:id="rId13"/>
    <p:sldLayoutId id="2147483896" r:id="rId14"/>
    <p:sldLayoutId id="2147483897" r:id="rId15"/>
    <p:sldLayoutId id="2147483898" r:id="rId16"/>
    <p:sldLayoutId id="2147483899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  <p:sldLayoutId id="2147483912" r:id="rId12"/>
    <p:sldLayoutId id="2147483913" r:id="rId13"/>
    <p:sldLayoutId id="2147483914" r:id="rId14"/>
    <p:sldLayoutId id="2147483915" r:id="rId15"/>
    <p:sldLayoutId id="2147483916" r:id="rId16"/>
    <p:sldLayoutId id="2147483917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19" r:id="rId1"/>
    <p:sldLayoutId id="2147483920" r:id="rId2"/>
    <p:sldLayoutId id="2147483921" r:id="rId3"/>
    <p:sldLayoutId id="2147483922" r:id="rId4"/>
    <p:sldLayoutId id="2147483923" r:id="rId5"/>
    <p:sldLayoutId id="2147483924" r:id="rId6"/>
    <p:sldLayoutId id="2147483925" r:id="rId7"/>
    <p:sldLayoutId id="2147483926" r:id="rId8"/>
    <p:sldLayoutId id="2147483927" r:id="rId9"/>
    <p:sldLayoutId id="2147483928" r:id="rId10"/>
    <p:sldLayoutId id="2147483929" r:id="rId11"/>
    <p:sldLayoutId id="2147483930" r:id="rId12"/>
    <p:sldLayoutId id="2147483931" r:id="rId13"/>
    <p:sldLayoutId id="2147483932" r:id="rId14"/>
    <p:sldLayoutId id="2147483933" r:id="rId15"/>
    <p:sldLayoutId id="2147483934" r:id="rId16"/>
    <p:sldLayoutId id="2147483935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  <p:sldLayoutId id="2147483948" r:id="rId12"/>
    <p:sldLayoutId id="2147483949" r:id="rId13"/>
    <p:sldLayoutId id="2147483950" r:id="rId14"/>
    <p:sldLayoutId id="2147483951" r:id="rId15"/>
    <p:sldLayoutId id="2147483952" r:id="rId16"/>
    <p:sldLayoutId id="2147483953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55" r:id="rId1"/>
    <p:sldLayoutId id="2147483956" r:id="rId2"/>
    <p:sldLayoutId id="2147483957" r:id="rId3"/>
    <p:sldLayoutId id="2147483958" r:id="rId4"/>
    <p:sldLayoutId id="2147483959" r:id="rId5"/>
    <p:sldLayoutId id="2147483960" r:id="rId6"/>
    <p:sldLayoutId id="2147483961" r:id="rId7"/>
    <p:sldLayoutId id="2147483962" r:id="rId8"/>
    <p:sldLayoutId id="2147483963" r:id="rId9"/>
    <p:sldLayoutId id="2147483964" r:id="rId10"/>
    <p:sldLayoutId id="2147483965" r:id="rId11"/>
    <p:sldLayoutId id="2147483966" r:id="rId12"/>
    <p:sldLayoutId id="2147483967" r:id="rId13"/>
    <p:sldLayoutId id="2147483968" r:id="rId14"/>
    <p:sldLayoutId id="2147483969" r:id="rId15"/>
    <p:sldLayoutId id="2147483970" r:id="rId16"/>
    <p:sldLayoutId id="2147483971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8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8.xml"/><Relationship Id="rId2" Type="http://schemas.openxmlformats.org/officeDocument/2006/relationships/image" Target="../media/image19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8.xml"/><Relationship Id="rId2" Type="http://schemas.openxmlformats.org/officeDocument/2006/relationships/image" Target="../media/image20.gif"/><Relationship Id="rId3" Type="http://schemas.openxmlformats.org/officeDocument/2006/relationships/image" Target="../media/image2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8.xml"/><Relationship Id="rId2" Type="http://schemas.openxmlformats.org/officeDocument/2006/relationships/image" Target="../media/image22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4400">
                <a:solidFill>
                  <a:srgbClr val="C00000"/>
                </a:solidFill>
                <a:latin typeface="微软雅黑"/>
              </a:rPr>
              <a:t>Coq验证入门：整数算术与大小比较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</a:rPr>
              <a:t>1. 课程引入：从《孙子算经》说起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微软雅黑"/>
              </a:rPr>
              <a:t>尽管开发者追求代码的完美，但传统的**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单元测试</a:t>
            </a:r>
            <a:r>
              <a:rPr sz="1800">
                <a:solidFill>
                  <a:srgbClr val="000000"/>
                </a:solidFill>
                <a:latin typeface="微软雅黑"/>
              </a:rPr>
              <a:t>**由于覆盖率局限，**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难以穷尽</a:t>
            </a:r>
            <a:r>
              <a:rPr sz="1800">
                <a:solidFill>
                  <a:srgbClr val="000000"/>
                </a:solidFill>
                <a:latin typeface="微软雅黑"/>
              </a:rPr>
              <a:t>**所有潜在缺陷。在航空航天与金融交易等对错误零容忍的领域，必须引入**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形式化验证</a:t>
            </a:r>
            <a:r>
              <a:rPr sz="1800">
                <a:solidFill>
                  <a:srgbClr val="000000"/>
                </a:solidFill>
                <a:latin typeface="微软雅黑"/>
              </a:rPr>
              <a:t>**。**</a:t>
            </a:r>
            <a:r>
              <a:rPr sz="1800">
                <a:solidFill>
                  <a:srgbClr val="C00000"/>
                </a:solidFill>
                <a:latin typeface="微软雅黑"/>
              </a:rPr>
              <a:t>Coq</a:t>
            </a:r>
            <a:r>
              <a:rPr sz="1800">
                <a:solidFill>
                  <a:srgbClr val="000000"/>
                </a:solidFill>
                <a:latin typeface="微软雅黑"/>
              </a:rPr>
              <a:t>**作为该领域的强力工具，能够从**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数学逻辑</a:t>
            </a:r>
            <a:r>
              <a:rPr sz="1800">
                <a:solidFill>
                  <a:srgbClr val="000000"/>
                </a:solidFill>
                <a:latin typeface="微软雅黑"/>
              </a:rPr>
              <a:t>**的底层，为系统的**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绝对正确性</a:t>
            </a:r>
            <a:r>
              <a:rPr sz="1800">
                <a:solidFill>
                  <a:srgbClr val="000000"/>
                </a:solidFill>
                <a:latin typeface="微软雅黑"/>
              </a:rPr>
              <a:t>**提供严格担保。</a:t>
            </a:r>
          </a:p>
        </p:txBody>
      </p:sp>
      <p:pic>
        <p:nvPicPr>
          <p:cNvPr id="6" name="Picture 5" descr="tmpmbji7x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3086100"/>
          </a:xfrm>
          <a:prstGeom prst="rect">
            <a:avLst/>
          </a:prstGeom>
        </p:spPr>
      </p:pic>
      <p:pic>
        <p:nvPicPr>
          <p:cNvPr id="7" name="Picture 6" descr="tmpu90jjys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5097780"/>
            <a:ext cx="4114800" cy="130301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</a:rPr>
              <a:t>1. 课程引入：从《孙子算经》说起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微软雅黑"/>
              </a:rPr>
              <a:t>《孙子算经》中的鸡兔同笼问题通过构建代数方程组，实现了从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现实实体</a:t>
            </a:r>
            <a:r>
              <a:rPr sz="1800">
                <a:solidFill>
                  <a:srgbClr val="000000"/>
                </a:solidFill>
                <a:latin typeface="微软雅黑"/>
              </a:rPr>
              <a:t>到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数学符号</a:t>
            </a:r>
            <a:r>
              <a:rPr sz="1800">
                <a:solidFill>
                  <a:srgbClr val="000000"/>
                </a:solidFill>
                <a:latin typeface="微软雅黑"/>
              </a:rPr>
              <a:t>的抽象，体现了朴素的</a:t>
            </a:r>
            <a:r>
              <a:rPr sz="1800">
                <a:solidFill>
                  <a:srgbClr val="C00000"/>
                </a:solidFill>
                <a:latin typeface="微软雅黑"/>
              </a:rPr>
              <a:t>数学建模</a:t>
            </a:r>
            <a:r>
              <a:rPr sz="1800">
                <a:solidFill>
                  <a:srgbClr val="000000"/>
                </a:solidFill>
                <a:latin typeface="微软雅黑"/>
              </a:rPr>
              <a:t>思想；而Coq旨在进一步将数学表达转化为机器可理解并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验证</a:t>
            </a:r>
            <a:r>
              <a:rPr sz="1800">
                <a:solidFill>
                  <a:srgbClr val="000000"/>
                </a:solidFill>
                <a:latin typeface="微软雅黑"/>
              </a:rPr>
              <a:t>的</a:t>
            </a:r>
            <a:r>
              <a:rPr sz="1800">
                <a:solidFill>
                  <a:srgbClr val="C00000"/>
                </a:solidFill>
                <a:latin typeface="微软雅黑"/>
              </a:rPr>
              <a:t>形式化语言</a:t>
            </a:r>
            <a:r>
              <a:rPr sz="1800">
                <a:solidFill>
                  <a:srgbClr val="000000"/>
                </a:solidFill>
                <a:latin typeface="微软雅黑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0080"/>
                </a:solidFill>
                <a:latin typeface="Cambria Math"/>
              </a:defRPr>
            </a:pPr>
            <a:r>
              <a:t>x + y = 35</a:t>
            </a:r>
            <a:br/>
            <a:r>
              <a:t>2x + 4y = 94</a:t>
            </a:r>
          </a:p>
        </p:txBody>
      </p:sp>
      <p:pic>
        <p:nvPicPr>
          <p:cNvPr id="7" name="Picture 6" descr="tmpyr75a49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743200"/>
            <a:ext cx="4114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</a:rPr>
              <a:t>1. 课程引入：从《孙子算经》说起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微软雅黑"/>
              </a:rPr>
              <a:t>尽管人脑在简单计算中具备直觉优势，但在处理涉及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海量变量</a:t>
            </a:r>
            <a:r>
              <a:rPr sz="1800">
                <a:solidFill>
                  <a:srgbClr val="000000"/>
                </a:solidFill>
                <a:latin typeface="微软雅黑"/>
              </a:rPr>
              <a:t>或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长链路证明</a:t>
            </a:r>
            <a:r>
              <a:rPr sz="1800">
                <a:solidFill>
                  <a:srgbClr val="000000"/>
                </a:solidFill>
                <a:latin typeface="微软雅黑"/>
              </a:rPr>
              <a:t>的复杂命题时，唯有引入</a:t>
            </a:r>
            <a:r>
              <a:rPr sz="1800">
                <a:solidFill>
                  <a:srgbClr val="C00000"/>
                </a:solidFill>
                <a:latin typeface="微软雅黑"/>
              </a:rPr>
              <a:t>机器验证</a:t>
            </a:r>
            <a:r>
              <a:rPr sz="1800">
                <a:solidFill>
                  <a:srgbClr val="000000"/>
                </a:solidFill>
                <a:latin typeface="微软雅黑"/>
              </a:rPr>
              <a:t>机制，才能有效克服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人为疏忽</a:t>
            </a:r>
            <a:r>
              <a:rPr sz="1800">
                <a:solidFill>
                  <a:srgbClr val="000000"/>
                </a:solidFill>
                <a:latin typeface="微软雅黑"/>
              </a:rPr>
              <a:t>，确保逻辑推理的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绝对严谨性</a:t>
            </a:r>
            <a:r>
              <a:rPr sz="1800">
                <a:solidFill>
                  <a:srgbClr val="000000"/>
                </a:solidFill>
                <a:latin typeface="微软雅黑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[关系图]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</a:rPr>
              <a:t>2. Coq中的自然数表达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微软雅黑"/>
              </a:rPr>
              <a:t>传统编程语言通常将整数作为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内置原语</a:t>
            </a:r>
            <a:r>
              <a:rPr sz="1800">
                <a:solidFill>
                  <a:srgbClr val="000000"/>
                </a:solidFill>
                <a:latin typeface="微软雅黑"/>
              </a:rPr>
              <a:t>，而在 Coq 的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底层逻辑</a:t>
            </a:r>
            <a:r>
              <a:rPr sz="1800">
                <a:solidFill>
                  <a:srgbClr val="000000"/>
                </a:solidFill>
                <a:latin typeface="微软雅黑"/>
              </a:rPr>
              <a:t>中，必须通过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构造性定义</a:t>
            </a:r>
            <a:r>
              <a:rPr sz="1800">
                <a:solidFill>
                  <a:srgbClr val="000000"/>
                </a:solidFill>
                <a:latin typeface="微软雅黑"/>
              </a:rPr>
              <a:t>从零开始构建</a:t>
            </a:r>
            <a:r>
              <a:rPr sz="1800">
                <a:solidFill>
                  <a:srgbClr val="C00000"/>
                </a:solidFill>
                <a:latin typeface="微软雅黑"/>
              </a:rPr>
              <a:t>自然数</a:t>
            </a:r>
            <a:r>
              <a:rPr sz="1800">
                <a:solidFill>
                  <a:srgbClr val="000000"/>
                </a:solidFill>
                <a:latin typeface="微软雅黑"/>
              </a:rPr>
              <a:t>的概念。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[关系图]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</a:rPr>
              <a:t>2. Coq中的自然数表达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微软雅黑"/>
              </a:rPr>
              <a:t>Coq标准库依据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皮亚诺公理</a:t>
            </a:r>
            <a:r>
              <a:rPr sz="1800">
                <a:solidFill>
                  <a:srgbClr val="000000"/>
                </a:solidFill>
                <a:latin typeface="微软雅黑"/>
              </a:rPr>
              <a:t>，通过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归纳类型</a:t>
            </a:r>
            <a:r>
              <a:rPr sz="1800">
                <a:solidFill>
                  <a:srgbClr val="000000"/>
                </a:solidFill>
                <a:latin typeface="微软雅黑"/>
              </a:rPr>
              <a:t>定义</a:t>
            </a:r>
            <a:r>
              <a:rPr sz="1800">
                <a:solidFill>
                  <a:srgbClr val="C00000"/>
                </a:solidFill>
                <a:latin typeface="微软雅黑"/>
              </a:rPr>
              <a:t>自然数</a:t>
            </a:r>
            <a:r>
              <a:rPr sz="1800">
                <a:solidFill>
                  <a:srgbClr val="000000"/>
                </a:solidFill>
                <a:latin typeface="微软雅黑"/>
              </a:rPr>
              <a:t>。该结构仅包含两个基本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构造子</a:t>
            </a:r>
            <a:r>
              <a:rPr sz="1800">
                <a:solidFill>
                  <a:srgbClr val="000000"/>
                </a:solidFill>
                <a:latin typeface="微软雅黑"/>
              </a:rPr>
              <a:t>：代表数值零的O与代表</a:t>
            </a:r>
            <a:r>
              <a:rPr sz="1800">
                <a:solidFill>
                  <a:srgbClr val="C00000"/>
                </a:solidFill>
                <a:latin typeface="微软雅黑"/>
              </a:rPr>
              <a:t>后继</a:t>
            </a:r>
            <a:r>
              <a:rPr sz="1800">
                <a:solidFill>
                  <a:srgbClr val="000000"/>
                </a:solidFill>
                <a:latin typeface="微软雅黑"/>
              </a:rPr>
              <a:t>运算的S。在此定义下，任意</a:t>
            </a:r>
            <a:r>
              <a:rPr sz="1800">
                <a:solidFill>
                  <a:srgbClr val="C00000"/>
                </a:solidFill>
                <a:latin typeface="微软雅黑"/>
              </a:rPr>
              <a:t>自然数</a:t>
            </a:r>
            <a:r>
              <a:rPr sz="1800">
                <a:solidFill>
                  <a:srgbClr val="000000"/>
                </a:solidFill>
                <a:latin typeface="微软雅黑"/>
              </a:rPr>
              <a:t>均通过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递归构造</a:t>
            </a:r>
            <a:r>
              <a:rPr sz="1800">
                <a:solidFill>
                  <a:srgbClr val="000000"/>
                </a:solidFill>
                <a:latin typeface="微软雅黑"/>
              </a:rPr>
              <a:t>生成，例如1表示为S O，2表示为S (S O)。</a:t>
            </a:r>
          </a:p>
        </p:txBody>
      </p:sp>
      <p:pic>
        <p:nvPicPr>
          <p:cNvPr id="6" name="Picture 5" descr="slide_005_coq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28800"/>
            <a:ext cx="4572000" cy="2571750"/>
          </a:xfrm>
          <a:prstGeom prst="rect">
            <a:avLst/>
          </a:prstGeom>
        </p:spPr>
      </p:pic>
      <p:pic>
        <p:nvPicPr>
          <p:cNvPr id="7" name="Picture 6" descr="slide_005_relatio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6876" y="4674870"/>
            <a:ext cx="731520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0" y="8423910"/>
            <a:ext cx="8531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050"/>
                </a:solidFill>
              </a:defRPr>
            </a:pPr>
            <a:r>
              <a:t>自然数通过层层嵌套构造，每个数都是前一个数被“S”包裹的递归结构。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</a:rPr>
              <a:t>2. Coq中的自然数表达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微软雅黑"/>
              </a:rPr>
              <a:t>Coq通过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记号机制</a:t>
            </a:r>
            <a:r>
              <a:rPr sz="1800">
                <a:solidFill>
                  <a:srgbClr val="000000"/>
                </a:solidFill>
                <a:latin typeface="微软雅黑"/>
              </a:rPr>
              <a:t>允许将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阿拉伯数字</a:t>
            </a:r>
            <a:r>
              <a:rPr sz="1800">
                <a:solidFill>
                  <a:srgbClr val="000000"/>
                </a:solidFill>
                <a:latin typeface="微软雅黑"/>
              </a:rPr>
              <a:t>自动解析为基于</a:t>
            </a:r>
            <a:r>
              <a:rPr sz="1800">
                <a:solidFill>
                  <a:srgbClr val="C00000"/>
                </a:solidFill>
                <a:latin typeface="微软雅黑"/>
              </a:rPr>
              <a:t>构造函数</a:t>
            </a:r>
            <a:r>
              <a:rPr sz="1800">
                <a:solidFill>
                  <a:srgbClr val="000000"/>
                </a:solidFill>
                <a:latin typeface="微软雅黑"/>
              </a:rPr>
              <a:t>的嵌套序列，例如将数字转换为多层递归结构。该机制在保持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底层结构</a:t>
            </a:r>
            <a:r>
              <a:rPr sz="1800">
                <a:solidFill>
                  <a:srgbClr val="000000"/>
                </a:solidFill>
                <a:latin typeface="微软雅黑"/>
              </a:rPr>
              <a:t>为nat类型的同时，消除了手工输入大量符号的冗余，从而兼顾了形式化定义的严谨性与代码的</a:t>
            </a:r>
            <a:r>
              <a:rPr sz="1800" b="1">
                <a:solidFill>
                  <a:srgbClr val="000000"/>
                </a:solidFill>
                <a:latin typeface="微软雅黑"/>
              </a:rPr>
              <a:t>可读性</a:t>
            </a:r>
            <a:r>
              <a:rPr sz="1800">
                <a:solidFill>
                  <a:srgbClr val="000000"/>
                </a:solidFill>
                <a:latin typeface="微软雅黑"/>
              </a:rPr>
              <a:t>。</a:t>
            </a:r>
          </a:p>
        </p:txBody>
      </p:sp>
      <p:pic>
        <p:nvPicPr>
          <p:cNvPr id="6" name="Picture 5" descr="slide_006_relatio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876" y="182880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THEME" val="78c8f87c-62e1-4241-a275-173841f12d59"/>
</p:tagLst>
</file>

<file path=ppt/theme/theme1.xml><?xml version="1.0" encoding="utf-8"?>
<a:theme xmlns:a="http://schemas.openxmlformats.org/drawingml/2006/main" name="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1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2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3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4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5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6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17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8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9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20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21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22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23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24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5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Macintosh PowerPoint</Application>
  <PresentationFormat>宽屏</PresentationFormat>
  <Paragraphs>14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18</vt:i4>
      </vt:variant>
      <vt:variant>
        <vt:lpstr>幻灯片标题</vt:lpstr>
      </vt:variant>
      <vt:variant>
        <vt:i4>2</vt:i4>
      </vt:variant>
    </vt:vector>
  </HeadingPairs>
  <TitlesOfParts>
    <vt:vector size="22" baseType="lpstr">
      <vt:lpstr>等线</vt:lpstr>
      <vt:lpstr>Arial</vt:lpstr>
      <vt:lpstr>自定义设计方案</vt:lpstr>
      <vt:lpstr>2_自定义设计方案</vt:lpstr>
      <vt:lpstr>11_自定义设计方案</vt:lpstr>
      <vt:lpstr>12_自定义设计方案</vt:lpstr>
      <vt:lpstr>13_自定义设计方案</vt:lpstr>
      <vt:lpstr>14_自定义设计方案</vt:lpstr>
      <vt:lpstr>15_自定义设计方案</vt:lpstr>
      <vt:lpstr>16_自定义设计方案</vt:lpstr>
      <vt:lpstr>17_自定义设计方案</vt:lpstr>
      <vt:lpstr>18_自定义设计方案</vt:lpstr>
      <vt:lpstr>19_自定义设计方案</vt:lpstr>
      <vt:lpstr>20_自定义设计方案</vt:lpstr>
      <vt:lpstr>21_自定义设计方案</vt:lpstr>
      <vt:lpstr>22_自定义设计方案</vt:lpstr>
      <vt:lpstr>23_自定义设计方案</vt:lpstr>
      <vt:lpstr>24_自定义设计方案</vt:lpstr>
      <vt:lpstr>25_自定义设计方案</vt:lpstr>
      <vt:lpstr>1_自定义设计方案</vt:lpstr>
      <vt:lpstr>一级标题</vt:lpstr>
      <vt:lpstr>Title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李一</dc:creator>
  <cp:lastModifiedBy>Zhang, Shenao</cp:lastModifiedBy>
  <cp:revision>297</cp:revision>
  <cp:lastPrinted>2025-10-19T20:48:01Z</cp:lastPrinted>
  <dcterms:created xsi:type="dcterms:W3CDTF">2025-10-19T20:48:01Z</dcterms:created>
  <dcterms:modified xsi:type="dcterms:W3CDTF">2026-01-23T22:23:50Z</dcterms:modified>
  <cp:category>work report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a173570b-f82c-4049-95f2-66cf58a73903</vt:lpwstr>
  </property>
  <property fmtid="{D5CDD505-2E9C-101B-9397-08002B2CF9AE}" pid="3" name="ICV">
    <vt:lpwstr>2B73706DCC553601A137F5687D2192DE_43</vt:lpwstr>
  </property>
  <property fmtid="{D5CDD505-2E9C-101B-9397-08002B2CF9AE}" pid="4" name="KSOProductBuildVer">
    <vt:lpwstr>2052-6.7.1.8828</vt:lpwstr>
  </property>
</Properties>
</file>