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  <p:sldMasterId id="2147483684" r:id="rId3"/>
    <p:sldMasterId id="2147483702" r:id="rId4"/>
    <p:sldMasterId id="2147483720" r:id="rId5"/>
    <p:sldMasterId id="2147483738" r:id="rId6"/>
    <p:sldMasterId id="2147483756" r:id="rId7"/>
    <p:sldMasterId id="2147483774" r:id="rId8"/>
    <p:sldMasterId id="2147483792" r:id="rId9"/>
    <p:sldMasterId id="2147483810" r:id="rId10"/>
    <p:sldMasterId id="2147483828" r:id="rId11"/>
    <p:sldMasterId id="2147483846" r:id="rId12"/>
    <p:sldMasterId id="2147483864" r:id="rId13"/>
    <p:sldMasterId id="2147483882" r:id="rId14"/>
    <p:sldMasterId id="2147483900" r:id="rId15"/>
    <p:sldMasterId id="2147483918" r:id="rId16"/>
    <p:sldMasterId id="2147483936" r:id="rId17"/>
    <p:sldMasterId id="2147483954" r:id="rId18"/>
  </p:sldMasterIdLst>
  <p:notesMasterIdLst>
    <p:notesMasterId r:id="rId21"/>
  </p:notesMasterIdLst>
  <p:handoutMasterIdLst>
    <p:handoutMasterId r:id="rId22"/>
  </p:handoutMasterIdLst>
  <p:sldIdLst>
    <p:sldId id="256" r:id="rId19"/>
    <p:sldId id="257" r:id="rId20"/>
    <p:sldId id="258" r:id="rId28"/>
    <p:sldId id="259" r:id="rId29"/>
    <p:sldId id="260" r:id="rId30"/>
    <p:sldId id="261" r:id="rId31"/>
    <p:sldId id="262" r:id="rId32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3FCCA5CC-F365-4341-BFB8-B60DA5A3B15D}">
          <p14:sldIdLst>
            <p14:sldId id="256"/>
            <p14:sldId id="328"/>
          </p14:sldIdLst>
        </p14:section>
        <p14:section name="目录" id="{017F0D12-27D2-490C-910C-815125398AC8}">
          <p14:sldIdLst/>
        </p14:section>
        <p14:section name="过渡页" id="{255FA83B-1C12-40C6-B414-038CF2130AE8}">
          <p14:sldIdLst/>
        </p14:section>
        <p14:section name="内页" id="{C6D91BFE-80F2-473C-AE71-1EA12DA3CD92}">
          <p14:sldIdLst/>
        </p14:section>
        <p14:section name="封底" id="{2E025735-C41C-4ED5-94AB-BFCE16B95C49}">
          <p14:sldIdLst/>
        </p14:section>
        <p14:section name="设计规范" id="{D649FF30-C064-4F5D-86A8-654B6F88799F}">
          <p14:sldIdLst/>
        </p14:section>
      </p14:sectionLst>
    </p:ext>
    <p:ext uri="{EFAFB233-063F-42B5-8137-9DF3F51BA10A}">
      <p15:sldGuideLst xmlns:p15="http://schemas.microsoft.com/office/powerpoint/2012/main">
        <p15:guide id="1" pos="3872" userDrawn="1">
          <p15:clr>
            <a:srgbClr val="A4A3A4"/>
          </p15:clr>
        </p15:guide>
        <p15:guide id="2" pos="2389" userDrawn="1">
          <p15:clr>
            <a:srgbClr val="A4A3A4"/>
          </p15:clr>
        </p15:guide>
        <p15:guide id="4" orient="horz" pos="21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EB"/>
    <a:srgbClr val="EDEDED"/>
    <a:srgbClr val="AA1219"/>
    <a:srgbClr val="CC0000"/>
    <a:srgbClr val="FF0000"/>
    <a:srgbClr val="F8EC00"/>
    <a:srgbClr val="FAEDDE"/>
    <a:srgbClr val="FEC776"/>
    <a:srgbClr val="EDF0F0"/>
    <a:srgbClr val="A9DC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5" autoAdjust="0"/>
    <p:restoredTop sz="94629" autoAdjust="0"/>
  </p:normalViewPr>
  <p:slideViewPr>
    <p:cSldViewPr snapToGrid="0" showGuides="1">
      <p:cViewPr varScale="1">
        <p:scale>
          <a:sx n="103" d="100"/>
          <a:sy n="103" d="100"/>
        </p:scale>
        <p:origin x="712" y="176"/>
      </p:cViewPr>
      <p:guideLst>
        <p:guide pos="3872"/>
        <p:guide pos="2389"/>
        <p:guide orient="horz" pos="21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536"/>
    </p:cViewPr>
  </p:sorterViewPr>
  <p:notesViewPr>
    <p:cSldViewPr snapToGrid="0">
      <p:cViewPr varScale="1">
        <p:scale>
          <a:sx n="83" d="100"/>
          <a:sy n="83" d="100"/>
        </p:scale>
        <p:origin x="299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tags" Target="tags/tag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6FD112-0CED-45F9-83CF-E12CD0876C93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6AFF9C-CAE3-49DD-A734-0E28120776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F1DD2-9A69-4A30-A20B-8ED9F9F614F2}" type="datetimeFigureOut">
              <a:rPr lang="zh-CN" altLang="en-US" smtClean="0"/>
              <a:t>2026/1/24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2EF1F-5AB9-4920-AF5B-E1DBE170874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E2EF1F-5AB9-4920-AF5B-E1DBE17087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5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4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5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4.pn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5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4.pn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5.pn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4.pn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4.pn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5.pn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4.pn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4.pn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5.pn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4.pn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4.pn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15.pn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4.pn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4.pn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15.pn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4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4.pn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5.pn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4.pn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4.png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15.png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4.pn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4.pn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15.pn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4.pn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4.pn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15.pn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4.pn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15.pn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4.png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15.png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6.png"/><Relationship Id="rId3" Type="http://schemas.microsoft.com/office/2007/relationships/hdphoto" Target="../media/hdphoto1.wdp"/><Relationship Id="rId4" Type="http://schemas.openxmlformats.org/officeDocument/2006/relationships/image" Target="../media/image7.png"/><Relationship Id="rId5" Type="http://schemas.microsoft.com/office/2007/relationships/hdphoto" Target="../media/hdphoto2.wdp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11.pn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microsoft.com/office/2007/relationships/hdphoto" Target="../media/hdphoto2.wdp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3.png"/><Relationship Id="rId3" Type="http://schemas.openxmlformats.org/officeDocument/2006/relationships/image" Target="../media/image4.pn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4.pn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15.pn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356842"/>
            <a:ext cx="3002280" cy="411617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2328587" y="6244170"/>
            <a:ext cx="7554800" cy="406590"/>
            <a:chOff x="2328587" y="6073254"/>
            <a:chExt cx="7554800" cy="406590"/>
          </a:xfrm>
        </p:grpSpPr>
        <p:pic>
          <p:nvPicPr>
            <p:cNvPr id="11" name="图片 10"/>
            <p:cNvPicPr>
              <a:picLocks noChangeAspect="1"/>
            </p:cNvPicPr>
            <p:nvPr userDrawn="1"/>
          </p:nvPicPr>
          <p:blipFill rotWithShape="1">
            <a:blip r:embed="rId5">
              <a:alphaModFix amt="50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/>
            <p:nvPr userDrawn="1"/>
          </p:nvCxnSpPr>
          <p:spPr>
            <a:xfrm>
              <a:off x="23285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 userDrawn="1"/>
          </p:nvCxnSpPr>
          <p:spPr>
            <a:xfrm>
              <a:off x="8983387" y="6316922"/>
              <a:ext cx="900000" cy="0"/>
            </a:xfrm>
            <a:prstGeom prst="line">
              <a:avLst/>
            </a:prstGeom>
            <a:ln w="127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直接连接符 14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399097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8" name="内容占位符 25"/>
          <p:cNvSpPr>
            <a:spLocks noGrp="1"/>
          </p:cNvSpPr>
          <p:nvPr>
            <p:ph sz="quarter" idx="11"/>
          </p:nvPr>
        </p:nvSpPr>
        <p:spPr>
          <a:xfrm>
            <a:off x="888484" y="6091547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888484" y="533759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888484" y="4121272"/>
            <a:ext cx="77983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6192838"/>
            <a:ext cx="3002280" cy="411617"/>
          </a:xfrm>
          <a:prstGeom prst="rect">
            <a:avLst/>
          </a:prstGeom>
        </p:spPr>
      </p:pic>
      <p:cxnSp>
        <p:nvCxnSpPr>
          <p:cNvPr id="11" name="直接连接符 10"/>
          <p:cNvCxnSpPr/>
          <p:nvPr userDrawn="1"/>
        </p:nvCxnSpPr>
        <p:spPr>
          <a:xfrm>
            <a:off x="-80735" y="4049349"/>
            <a:ext cx="12272735" cy="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-dark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19050" y="0"/>
            <a:ext cx="6115050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/>
          </a:p>
        </p:txBody>
      </p:sp>
      <p:sp>
        <p:nvSpPr>
          <p:cNvPr id="3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388100" y="0"/>
            <a:ext cx="58039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sp>
        <p:nvSpPr>
          <p:cNvPr id="4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5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cxnSp>
        <p:nvCxnSpPr>
          <p:cNvPr id="9" name="直接连接符 8"/>
          <p:cNvCxnSpPr/>
          <p:nvPr userDrawn="1"/>
        </p:nvCxnSpPr>
        <p:spPr>
          <a:xfrm>
            <a:off x="6261100" y="0"/>
            <a:ext cx="0" cy="68580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等腰三角形 3"/>
          <p:cNvSpPr/>
          <p:nvPr userDrawn="1"/>
        </p:nvSpPr>
        <p:spPr>
          <a:xfrm>
            <a:off x="10515600" y="-25400"/>
            <a:ext cx="1676400" cy="6883400"/>
          </a:xfrm>
          <a:prstGeom prst="triangle">
            <a:avLst>
              <a:gd name="adj" fmla="val 99435"/>
            </a:avLst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just"/>
            <a:endParaRPr lang="zh-CN" altLang="en-US" dirty="0"/>
          </a:p>
        </p:txBody>
      </p:sp>
      <p:sp>
        <p:nvSpPr>
          <p:cNvPr id="5" name="内容占位符 25"/>
          <p:cNvSpPr>
            <a:spLocks noGrp="1"/>
          </p:cNvSpPr>
          <p:nvPr>
            <p:ph sz="quarter" idx="11"/>
          </p:nvPr>
        </p:nvSpPr>
        <p:spPr>
          <a:xfrm>
            <a:off x="360363" y="386715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6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60363" y="3113196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</p:nvPr>
        </p:nvSpPr>
        <p:spPr>
          <a:xfrm>
            <a:off x="360363" y="1896875"/>
            <a:ext cx="5740916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5589"/>
            <a:ext cx="2169174" cy="71309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/>
          <a:srcRect l="74359" r="1346"/>
          <a:stretch>
            <a:fillRect/>
          </a:stretch>
        </p:blipFill>
        <p:spPr>
          <a:xfrm>
            <a:off x="310878" y="6192838"/>
            <a:ext cx="3002280" cy="411617"/>
          </a:xfrm>
          <a:prstGeom prst="rect">
            <a:avLst/>
          </a:prstGeom>
        </p:spPr>
      </p:pic>
      <p:sp>
        <p:nvSpPr>
          <p:cNvPr id="10" name="图片占位符 6"/>
          <p:cNvSpPr>
            <a:spLocks noGrp="1"/>
          </p:cNvSpPr>
          <p:nvPr>
            <p:ph type="pic" sz="quarter" idx="10"/>
          </p:nvPr>
        </p:nvSpPr>
        <p:spPr>
          <a:xfrm>
            <a:off x="5859400" y="0"/>
            <a:ext cx="6146801" cy="6858000"/>
          </a:xfrm>
          <a:prstGeom prst="parallelogram">
            <a:avLst>
              <a:gd name="adj" fmla="val 28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 flipH="1">
            <a:off x="5710548" y="-25400"/>
            <a:ext cx="1737055" cy="6883400"/>
          </a:xfrm>
          <a:prstGeom prst="line">
            <a:avLst/>
          </a:prstGeom>
          <a:ln w="31750"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包含 建筑物&#10;&#10;自动生成的说明"/>
          <p:cNvPicPr>
            <a:picLocks noChangeAspect="1"/>
          </p:cNvPicPr>
          <p:nvPr userDrawn="1"/>
        </p:nvPicPr>
        <p:blipFill>
          <a:blip r:embed="rId2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710" y="2394097"/>
            <a:ext cx="8047290" cy="2590938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5460763" y="2407580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7" name="内容占位符 25"/>
          <p:cNvSpPr>
            <a:spLocks noGrp="1"/>
          </p:cNvSpPr>
          <p:nvPr>
            <p:ph sz="quarter" idx="10"/>
          </p:nvPr>
        </p:nvSpPr>
        <p:spPr>
          <a:xfrm>
            <a:off x="8946863" y="4107201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460764" y="3997557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415726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24558" y="4706725"/>
            <a:ext cx="3935296" cy="20929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271357"/>
            <a:ext cx="2169174" cy="71309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/>
        </p:nvGrpSpPr>
        <p:grpSpPr>
          <a:xfrm>
            <a:off x="391884" y="2278063"/>
            <a:ext cx="4122059" cy="1462680"/>
            <a:chOff x="304800" y="2709636"/>
            <a:chExt cx="4122059" cy="1462680"/>
          </a:xfrm>
        </p:grpSpPr>
        <p:grpSp>
          <p:nvGrpSpPr>
            <p:cNvPr id="12" name="组合 11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8" name="图片 17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15" name="文本框 14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16" name="矩形 15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9" name="图片占位符 6"/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4034971" y="689970"/>
            <a:ext cx="4122059" cy="1462680"/>
            <a:chOff x="304800" y="2709636"/>
            <a:chExt cx="4122059" cy="1462680"/>
          </a:xfrm>
        </p:grpSpPr>
        <p:grpSp>
          <p:nvGrpSpPr>
            <p:cNvPr id="4" name="组合 3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9" name="矩形 8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rgbClr val="FFFFFF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704020202020204"/>
                    <a:ea typeface="微软雅黑"/>
                    <a:cs typeface="+mn-cs"/>
                  </a:endParaRPr>
                </a:p>
              </p:txBody>
            </p:sp>
            <p:pic>
              <p:nvPicPr>
                <p:cNvPr id="10" name="图片 9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2" cstate="print">
                  <a:alphaModFix amt="25000"/>
                  <a:duotone>
                    <a:srgbClr val="DBDBDB">
                      <a:shade val="45000"/>
                      <a:satMod val="135000"/>
                    </a:srgb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7" name="文本框 6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+mj-ea"/>
                    <a:ea typeface="+mj-ea"/>
                  </a:rPr>
                  <a:t>目  录</a:t>
                </a:r>
              </a:p>
            </p:txBody>
          </p:sp>
          <p:sp>
            <p:nvSpPr>
              <p:cNvPr id="8" name="矩形 7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gradFill>
                <a:gsLst>
                  <a:gs pos="100000">
                    <a:schemeClr val="accent4"/>
                  </a:gs>
                  <a:gs pos="62000">
                    <a:schemeClr val="tx2"/>
                  </a:gs>
                </a:gsLst>
                <a:lin ang="2700000" scaled="0"/>
              </a:gra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704020202020204"/>
                  <a:ea typeface="微软雅黑"/>
                  <a:cs typeface="+mn-cs"/>
                </a:endParaRPr>
              </a:p>
            </p:txBody>
          </p:sp>
        </p:grp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1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" y="3240088"/>
            <a:ext cx="12192000" cy="36179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1483" cy="685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7468" y="85609"/>
            <a:ext cx="6895732" cy="53883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034104"/>
            <a:ext cx="11429264" cy="47618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10" name="图片 9" descr="图片包含 户外, 标牌, 黑色&#10;&#10;自动生成的说明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rcRect l="73973" r="3197"/>
          <a:stretch>
            <a:fillRect/>
          </a:stretch>
        </p:blipFill>
        <p:spPr>
          <a:xfrm>
            <a:off x="9046840" y="274621"/>
            <a:ext cx="2821309" cy="411617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15" name="直接连接符 14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 hasCustomPrompt="1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5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5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/>
          <a:srcRect l="74359" r="1346"/>
          <a:stretch>
            <a:fillRect/>
          </a:stretch>
        </p:blipFill>
        <p:spPr>
          <a:xfrm>
            <a:off x="8870172" y="360363"/>
            <a:ext cx="3002280" cy="411617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60362" y="6446383"/>
            <a:ext cx="11460164" cy="41161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10118489" y="6484482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www.sjtu.edu.cn </a:t>
            </a:r>
            <a:endParaRPr lang="zh-CN" altLang="en-US" sz="1400" i="1" dirty="0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60364" y="6497182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</a:rPr>
              <a:t>饮水思源   爱国荣校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title" hasCustomPrompt="1"/>
          </p:nvPr>
        </p:nvSpPr>
        <p:spPr>
          <a:xfrm>
            <a:off x="1439862" y="1355320"/>
            <a:ext cx="87963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516" y="5781221"/>
            <a:ext cx="12191484" cy="411617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523797"/>
            <a:ext cx="360363" cy="723900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6" name="图片 15" descr="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242" y="806450"/>
            <a:ext cx="3841516" cy="2692400"/>
          </a:xfrm>
          <a:prstGeom prst="rect">
            <a:avLst/>
          </a:prstGeom>
        </p:spPr>
      </p:pic>
      <p:sp>
        <p:nvSpPr>
          <p:cNvPr id="17" name="标题 1"/>
          <p:cNvSpPr>
            <a:spLocks noGrp="1"/>
          </p:cNvSpPr>
          <p:nvPr>
            <p:ph type="title" hasCustomPrompt="1"/>
          </p:nvPr>
        </p:nvSpPr>
        <p:spPr>
          <a:xfrm>
            <a:off x="2351313" y="3700057"/>
            <a:ext cx="7561943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接连接符 9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noFill/>
          <a:ln w="6350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13" name="文本占位符 31"/>
          <p:cNvSpPr txBox="1"/>
          <p:nvPr userDrawn="1"/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6000" b="1" kern="1200" spc="6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000" b="1" i="0" u="none" strike="noStrike" kern="1200" cap="none" spc="6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10118489" y="6338955"/>
            <a:ext cx="169214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600" i="1" dirty="0">
                <a:solidFill>
                  <a:schemeClr val="bg1">
                    <a:lumMod val="65000"/>
                  </a:schemeClr>
                </a:solidFill>
              </a:rPr>
              <a:t>www.sjtu.edu.cn </a:t>
            </a:r>
            <a:endParaRPr lang="zh-CN" altLang="en-US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60364" y="6338955"/>
            <a:ext cx="222318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</a:rPr>
              <a:t>饮水思源   爱国荣校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350837" y="6297613"/>
            <a:ext cx="11460162" cy="0"/>
          </a:xfrm>
          <a:prstGeom prst="line">
            <a:avLst/>
          </a:prstGeom>
          <a:ln>
            <a:gradFill>
              <a:gsLst>
                <a:gs pos="60000">
                  <a:schemeClr val="tx2"/>
                </a:gs>
                <a:gs pos="100000">
                  <a:schemeClr val="accent4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文本&#10;&#10;中度可信度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5" y="1918497"/>
            <a:ext cx="4717143" cy="1550721"/>
          </a:xfrm>
          <a:prstGeom prst="rect">
            <a:avLst/>
          </a:prstGeom>
        </p:spPr>
      </p:pic>
      <p:sp>
        <p:nvSpPr>
          <p:cNvPr id="12" name="标题 1"/>
          <p:cNvSpPr>
            <a:spLocks noGrp="1"/>
          </p:cNvSpPr>
          <p:nvPr>
            <p:ph type="title" hasCustomPrompt="1"/>
          </p:nvPr>
        </p:nvSpPr>
        <p:spPr>
          <a:xfrm>
            <a:off x="6096001" y="2179233"/>
            <a:ext cx="5613400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defRPr sz="40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7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704020202020204"/>
              <a:ea typeface="微软雅黑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4.xml"/><Relationship Id="rId18" Type="http://schemas.openxmlformats.org/officeDocument/2006/relationships/theme" Target="../theme/theme2.xml"/><Relationship Id="rId19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theme" Target="../theme/theme3.xml"/><Relationship Id="rId19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theme" Target="../theme/theme4.xml"/><Relationship Id="rId19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0.xml"/><Relationship Id="rId13" Type="http://schemas.openxmlformats.org/officeDocument/2006/relationships/slideLayout" Target="../slideLayouts/slideLayout81.xml"/><Relationship Id="rId14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84.xml"/><Relationship Id="rId17" Type="http://schemas.openxmlformats.org/officeDocument/2006/relationships/slideLayout" Target="../slideLayouts/slideLayout85.xml"/><Relationship Id="rId18" Type="http://schemas.openxmlformats.org/officeDocument/2006/relationships/theme" Target="../theme/theme5.xml"/><Relationship Id="rId19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slideLayout" Target="../slideLayouts/slideLayout87.xml"/><Relationship Id="rId3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5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2.xml"/><Relationship Id="rId8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97.xml"/><Relationship Id="rId13" Type="http://schemas.openxmlformats.org/officeDocument/2006/relationships/slideLayout" Target="../slideLayouts/slideLayout98.xml"/><Relationship Id="rId14" Type="http://schemas.openxmlformats.org/officeDocument/2006/relationships/slideLayout" Target="../slideLayouts/slideLayout99.xml"/><Relationship Id="rId15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01.xml"/><Relationship Id="rId17" Type="http://schemas.openxmlformats.org/officeDocument/2006/relationships/slideLayout" Target="../slideLayouts/slideLayout102.xml"/><Relationship Id="rId18" Type="http://schemas.openxmlformats.org/officeDocument/2006/relationships/theme" Target="../theme/theme6.xml"/><Relationship Id="rId19" Type="http://schemas.openxmlformats.org/officeDocument/2006/relationships/image" Target="../media/image1.pn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9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9.xml"/><Relationship Id="rId18" Type="http://schemas.openxmlformats.org/officeDocument/2006/relationships/theme" Target="../theme/theme7.xml"/><Relationship Id="rId19" Type="http://schemas.openxmlformats.org/officeDocument/2006/relationships/image" Target="../media/image1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3.xml"/><Relationship Id="rId15" Type="http://schemas.openxmlformats.org/officeDocument/2006/relationships/slideLayout" Target="../slideLayouts/slideLayout134.xml"/><Relationship Id="rId16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36.xml"/><Relationship Id="rId18" Type="http://schemas.openxmlformats.org/officeDocument/2006/relationships/theme" Target="../theme/theme8.xml"/><Relationship Id="rId19" Type="http://schemas.openxmlformats.org/officeDocument/2006/relationships/image" Target="../media/image1.pn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7.xml"/><Relationship Id="rId2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9.xml"/><Relationship Id="rId4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2.xml"/><Relationship Id="rId7" Type="http://schemas.openxmlformats.org/officeDocument/2006/relationships/slideLayout" Target="../slideLayouts/slideLayout143.xml"/><Relationship Id="rId8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0.xml"/><Relationship Id="rId15" Type="http://schemas.openxmlformats.org/officeDocument/2006/relationships/slideLayout" Target="../slideLayouts/slideLayout151.xml"/><Relationship Id="rId16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3.xml"/><Relationship Id="rId18" Type="http://schemas.openxmlformats.org/officeDocument/2006/relationships/theme" Target="../theme/theme9.xml"/><Relationship Id="rId19" Type="http://schemas.openxmlformats.org/officeDocument/2006/relationships/image" Target="../media/image1.pn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4.xml"/><Relationship Id="rId2" Type="http://schemas.openxmlformats.org/officeDocument/2006/relationships/slideLayout" Target="../slideLayouts/slideLayout155.xml"/><Relationship Id="rId3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8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12" Type="http://schemas.openxmlformats.org/officeDocument/2006/relationships/slideLayout" Target="../slideLayouts/slideLayout165.xml"/><Relationship Id="rId13" Type="http://schemas.openxmlformats.org/officeDocument/2006/relationships/slideLayout" Target="../slideLayouts/slideLayout166.xml"/><Relationship Id="rId14" Type="http://schemas.openxmlformats.org/officeDocument/2006/relationships/slideLayout" Target="../slideLayouts/slideLayout167.xml"/><Relationship Id="rId15" Type="http://schemas.openxmlformats.org/officeDocument/2006/relationships/slideLayout" Target="../slideLayouts/slideLayout168.xml"/><Relationship Id="rId16" Type="http://schemas.openxmlformats.org/officeDocument/2006/relationships/slideLayout" Target="../slideLayouts/slideLayout169.xml"/><Relationship Id="rId17" Type="http://schemas.openxmlformats.org/officeDocument/2006/relationships/slideLayout" Target="../slideLayouts/slideLayout170.xml"/><Relationship Id="rId18" Type="http://schemas.openxmlformats.org/officeDocument/2006/relationships/theme" Target="../theme/theme10.xml"/><Relationship Id="rId19" Type="http://schemas.openxmlformats.org/officeDocument/2006/relationships/image" Target="../media/image1.pn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3.xml"/><Relationship Id="rId14" Type="http://schemas.openxmlformats.org/officeDocument/2006/relationships/slideLayout" Target="../slideLayouts/slideLayout184.xml"/><Relationship Id="rId15" Type="http://schemas.openxmlformats.org/officeDocument/2006/relationships/slideLayout" Target="../slideLayouts/slideLayout185.xml"/><Relationship Id="rId16" Type="http://schemas.openxmlformats.org/officeDocument/2006/relationships/slideLayout" Target="../slideLayouts/slideLayout186.xml"/><Relationship Id="rId17" Type="http://schemas.openxmlformats.org/officeDocument/2006/relationships/slideLayout" Target="../slideLayouts/slideLayout187.xml"/><Relationship Id="rId18" Type="http://schemas.openxmlformats.org/officeDocument/2006/relationships/theme" Target="../theme/theme11.xml"/><Relationship Id="rId19" Type="http://schemas.openxmlformats.org/officeDocument/2006/relationships/image" Target="../media/image1.pn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8.xml"/><Relationship Id="rId2" Type="http://schemas.openxmlformats.org/officeDocument/2006/relationships/slideLayout" Target="../slideLayouts/slideLayout189.xml"/><Relationship Id="rId3" Type="http://schemas.openxmlformats.org/officeDocument/2006/relationships/slideLayout" Target="../slideLayouts/slideLayout190.xml"/><Relationship Id="rId4" Type="http://schemas.openxmlformats.org/officeDocument/2006/relationships/slideLayout" Target="../slideLayouts/slideLayout191.xml"/><Relationship Id="rId5" Type="http://schemas.openxmlformats.org/officeDocument/2006/relationships/slideLayout" Target="../slideLayouts/slideLayout192.xml"/><Relationship Id="rId6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4.xml"/><Relationship Id="rId8" Type="http://schemas.openxmlformats.org/officeDocument/2006/relationships/slideLayout" Target="../slideLayouts/slideLayout195.xml"/><Relationship Id="rId9" Type="http://schemas.openxmlformats.org/officeDocument/2006/relationships/slideLayout" Target="../slideLayouts/slideLayout196.xml"/><Relationship Id="rId10" Type="http://schemas.openxmlformats.org/officeDocument/2006/relationships/slideLayout" Target="../slideLayouts/slideLayout197.xml"/><Relationship Id="rId11" Type="http://schemas.openxmlformats.org/officeDocument/2006/relationships/slideLayout" Target="../slideLayouts/slideLayout198.xml"/><Relationship Id="rId12" Type="http://schemas.openxmlformats.org/officeDocument/2006/relationships/slideLayout" Target="../slideLayouts/slideLayout199.xml"/><Relationship Id="rId13" Type="http://schemas.openxmlformats.org/officeDocument/2006/relationships/slideLayout" Target="../slideLayouts/slideLayout200.xml"/><Relationship Id="rId14" Type="http://schemas.openxmlformats.org/officeDocument/2006/relationships/slideLayout" Target="../slideLayouts/slideLayout201.xml"/><Relationship Id="rId15" Type="http://schemas.openxmlformats.org/officeDocument/2006/relationships/slideLayout" Target="../slideLayouts/slideLayout202.xml"/><Relationship Id="rId16" Type="http://schemas.openxmlformats.org/officeDocument/2006/relationships/slideLayout" Target="../slideLayouts/slideLayout203.xml"/><Relationship Id="rId17" Type="http://schemas.openxmlformats.org/officeDocument/2006/relationships/slideLayout" Target="../slideLayouts/slideLayout204.xml"/><Relationship Id="rId18" Type="http://schemas.openxmlformats.org/officeDocument/2006/relationships/theme" Target="../theme/theme12.xml"/><Relationship Id="rId19" Type="http://schemas.openxmlformats.org/officeDocument/2006/relationships/image" Target="../media/image1.pn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207.xml"/><Relationship Id="rId4" Type="http://schemas.openxmlformats.org/officeDocument/2006/relationships/slideLayout" Target="../slideLayouts/slideLayout208.xml"/><Relationship Id="rId5" Type="http://schemas.openxmlformats.org/officeDocument/2006/relationships/slideLayout" Target="../slideLayouts/slideLayout209.xml"/><Relationship Id="rId6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1.xml"/><Relationship Id="rId8" Type="http://schemas.openxmlformats.org/officeDocument/2006/relationships/slideLayout" Target="../slideLayouts/slideLayout212.xml"/><Relationship Id="rId9" Type="http://schemas.openxmlformats.org/officeDocument/2006/relationships/slideLayout" Target="../slideLayouts/slideLayout213.xml"/><Relationship Id="rId10" Type="http://schemas.openxmlformats.org/officeDocument/2006/relationships/slideLayout" Target="../slideLayouts/slideLayout214.xml"/><Relationship Id="rId11" Type="http://schemas.openxmlformats.org/officeDocument/2006/relationships/slideLayout" Target="../slideLayouts/slideLayout215.xml"/><Relationship Id="rId12" Type="http://schemas.openxmlformats.org/officeDocument/2006/relationships/slideLayout" Target="../slideLayouts/slideLayout216.xml"/><Relationship Id="rId13" Type="http://schemas.openxmlformats.org/officeDocument/2006/relationships/slideLayout" Target="../slideLayouts/slideLayout217.xml"/><Relationship Id="rId14" Type="http://schemas.openxmlformats.org/officeDocument/2006/relationships/slideLayout" Target="../slideLayouts/slideLayout218.xml"/><Relationship Id="rId15" Type="http://schemas.openxmlformats.org/officeDocument/2006/relationships/slideLayout" Target="../slideLayouts/slideLayout219.xml"/><Relationship Id="rId16" Type="http://schemas.openxmlformats.org/officeDocument/2006/relationships/slideLayout" Target="../slideLayouts/slideLayout220.xml"/><Relationship Id="rId17" Type="http://schemas.openxmlformats.org/officeDocument/2006/relationships/slideLayout" Target="../slideLayouts/slideLayout221.xml"/><Relationship Id="rId18" Type="http://schemas.openxmlformats.org/officeDocument/2006/relationships/theme" Target="../theme/theme13.xml"/><Relationship Id="rId19" Type="http://schemas.openxmlformats.org/officeDocument/2006/relationships/image" Target="../media/image1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2.xml"/><Relationship Id="rId2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25.xml"/><Relationship Id="rId5" Type="http://schemas.openxmlformats.org/officeDocument/2006/relationships/slideLayout" Target="../slideLayouts/slideLayout226.xml"/><Relationship Id="rId6" Type="http://schemas.openxmlformats.org/officeDocument/2006/relationships/slideLayout" Target="../slideLayouts/slideLayout227.xml"/><Relationship Id="rId7" Type="http://schemas.openxmlformats.org/officeDocument/2006/relationships/slideLayout" Target="../slideLayouts/slideLayout228.xml"/><Relationship Id="rId8" Type="http://schemas.openxmlformats.org/officeDocument/2006/relationships/slideLayout" Target="../slideLayouts/slideLayout229.xml"/><Relationship Id="rId9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231.xml"/><Relationship Id="rId11" Type="http://schemas.openxmlformats.org/officeDocument/2006/relationships/slideLayout" Target="../slideLayouts/slideLayout232.xml"/><Relationship Id="rId12" Type="http://schemas.openxmlformats.org/officeDocument/2006/relationships/slideLayout" Target="../slideLayouts/slideLayout233.xml"/><Relationship Id="rId13" Type="http://schemas.openxmlformats.org/officeDocument/2006/relationships/slideLayout" Target="../slideLayouts/slideLayout234.xml"/><Relationship Id="rId14" Type="http://schemas.openxmlformats.org/officeDocument/2006/relationships/slideLayout" Target="../slideLayouts/slideLayout235.xml"/><Relationship Id="rId15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37.xml"/><Relationship Id="rId17" Type="http://schemas.openxmlformats.org/officeDocument/2006/relationships/slideLayout" Target="../slideLayouts/slideLayout238.xml"/><Relationship Id="rId18" Type="http://schemas.openxmlformats.org/officeDocument/2006/relationships/theme" Target="../theme/theme14.xml"/><Relationship Id="rId19" Type="http://schemas.openxmlformats.org/officeDocument/2006/relationships/image" Target="../media/image1.pn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theme" Target="../theme/theme15.xml"/><Relationship Id="rId19" Type="http://schemas.openxmlformats.org/officeDocument/2006/relationships/image" Target="../media/image1.pn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6.xml"/><Relationship Id="rId2" Type="http://schemas.openxmlformats.org/officeDocument/2006/relationships/slideLayout" Target="../slideLayouts/slideLayout257.xml"/><Relationship Id="rId3" Type="http://schemas.openxmlformats.org/officeDocument/2006/relationships/slideLayout" Target="../slideLayouts/slideLayout258.xml"/><Relationship Id="rId4" Type="http://schemas.openxmlformats.org/officeDocument/2006/relationships/slideLayout" Target="../slideLayouts/slideLayout259.xml"/><Relationship Id="rId5" Type="http://schemas.openxmlformats.org/officeDocument/2006/relationships/slideLayout" Target="../slideLayouts/slideLayout260.xml"/><Relationship Id="rId6" Type="http://schemas.openxmlformats.org/officeDocument/2006/relationships/slideLayout" Target="../slideLayouts/slideLayout261.xml"/><Relationship Id="rId7" Type="http://schemas.openxmlformats.org/officeDocument/2006/relationships/slideLayout" Target="../slideLayouts/slideLayout262.xml"/><Relationship Id="rId8" Type="http://schemas.openxmlformats.org/officeDocument/2006/relationships/slideLayout" Target="../slideLayouts/slideLayout263.xml"/><Relationship Id="rId9" Type="http://schemas.openxmlformats.org/officeDocument/2006/relationships/slideLayout" Target="../slideLayouts/slideLayout264.xml"/><Relationship Id="rId10" Type="http://schemas.openxmlformats.org/officeDocument/2006/relationships/slideLayout" Target="../slideLayouts/slideLayout265.xml"/><Relationship Id="rId11" Type="http://schemas.openxmlformats.org/officeDocument/2006/relationships/slideLayout" Target="../slideLayouts/slideLayout266.xml"/><Relationship Id="rId12" Type="http://schemas.openxmlformats.org/officeDocument/2006/relationships/slideLayout" Target="../slideLayouts/slideLayout267.xml"/><Relationship Id="rId13" Type="http://schemas.openxmlformats.org/officeDocument/2006/relationships/slideLayout" Target="../slideLayouts/slideLayout268.xml"/><Relationship Id="rId14" Type="http://schemas.openxmlformats.org/officeDocument/2006/relationships/slideLayout" Target="../slideLayouts/slideLayout269.xml"/><Relationship Id="rId15" Type="http://schemas.openxmlformats.org/officeDocument/2006/relationships/slideLayout" Target="../slideLayouts/slideLayout270.xml"/><Relationship Id="rId16" Type="http://schemas.openxmlformats.org/officeDocument/2006/relationships/slideLayout" Target="../slideLayouts/slideLayout271.xml"/><Relationship Id="rId17" Type="http://schemas.openxmlformats.org/officeDocument/2006/relationships/slideLayout" Target="../slideLayouts/slideLayout272.xml"/><Relationship Id="rId18" Type="http://schemas.openxmlformats.org/officeDocument/2006/relationships/theme" Target="../theme/theme16.xml"/><Relationship Id="rId19" Type="http://schemas.openxmlformats.org/officeDocument/2006/relationships/image" Target="../media/image1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3.xml"/><Relationship Id="rId2" Type="http://schemas.openxmlformats.org/officeDocument/2006/relationships/slideLayout" Target="../slideLayouts/slideLayout274.xml"/><Relationship Id="rId3" Type="http://schemas.openxmlformats.org/officeDocument/2006/relationships/slideLayout" Target="../slideLayouts/slideLayout275.xml"/><Relationship Id="rId4" Type="http://schemas.openxmlformats.org/officeDocument/2006/relationships/slideLayout" Target="../slideLayouts/slideLayout276.xml"/><Relationship Id="rId5" Type="http://schemas.openxmlformats.org/officeDocument/2006/relationships/slideLayout" Target="../slideLayouts/slideLayout277.xml"/><Relationship Id="rId6" Type="http://schemas.openxmlformats.org/officeDocument/2006/relationships/slideLayout" Target="../slideLayouts/slideLayout278.xml"/><Relationship Id="rId7" Type="http://schemas.openxmlformats.org/officeDocument/2006/relationships/slideLayout" Target="../slideLayouts/slideLayout279.xml"/><Relationship Id="rId8" Type="http://schemas.openxmlformats.org/officeDocument/2006/relationships/slideLayout" Target="../slideLayouts/slideLayout280.xml"/><Relationship Id="rId9" Type="http://schemas.openxmlformats.org/officeDocument/2006/relationships/slideLayout" Target="../slideLayouts/slideLayout281.xml"/><Relationship Id="rId10" Type="http://schemas.openxmlformats.org/officeDocument/2006/relationships/slideLayout" Target="../slideLayouts/slideLayout282.xml"/><Relationship Id="rId11" Type="http://schemas.openxmlformats.org/officeDocument/2006/relationships/slideLayout" Target="../slideLayouts/slideLayout283.xml"/><Relationship Id="rId12" Type="http://schemas.openxmlformats.org/officeDocument/2006/relationships/slideLayout" Target="../slideLayouts/slideLayout284.xml"/><Relationship Id="rId13" Type="http://schemas.openxmlformats.org/officeDocument/2006/relationships/slideLayout" Target="../slideLayouts/slideLayout285.xml"/><Relationship Id="rId14" Type="http://schemas.openxmlformats.org/officeDocument/2006/relationships/slideLayout" Target="../slideLayouts/slideLayout286.xml"/><Relationship Id="rId15" Type="http://schemas.openxmlformats.org/officeDocument/2006/relationships/slideLayout" Target="../slideLayouts/slideLayout287.xml"/><Relationship Id="rId16" Type="http://schemas.openxmlformats.org/officeDocument/2006/relationships/slideLayout" Target="../slideLayouts/slideLayout288.xml"/><Relationship Id="rId17" Type="http://schemas.openxmlformats.org/officeDocument/2006/relationships/slideLayout" Target="../slideLayouts/slideLayout289.xml"/><Relationship Id="rId18" Type="http://schemas.openxmlformats.org/officeDocument/2006/relationships/theme" Target="../theme/theme17.xml"/><Relationship Id="rId19" Type="http://schemas.openxmlformats.org/officeDocument/2006/relationships/image" Target="../media/image1.pn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0.xml"/><Relationship Id="rId2" Type="http://schemas.openxmlformats.org/officeDocument/2006/relationships/slideLayout" Target="../slideLayouts/slideLayout291.xml"/><Relationship Id="rId3" Type="http://schemas.openxmlformats.org/officeDocument/2006/relationships/slideLayout" Target="../slideLayouts/slideLayout292.xml"/><Relationship Id="rId4" Type="http://schemas.openxmlformats.org/officeDocument/2006/relationships/slideLayout" Target="../slideLayouts/slideLayout293.xml"/><Relationship Id="rId5" Type="http://schemas.openxmlformats.org/officeDocument/2006/relationships/slideLayout" Target="../slideLayouts/slideLayout294.xml"/><Relationship Id="rId6" Type="http://schemas.openxmlformats.org/officeDocument/2006/relationships/slideLayout" Target="../slideLayouts/slideLayout295.xml"/><Relationship Id="rId7" Type="http://schemas.openxmlformats.org/officeDocument/2006/relationships/slideLayout" Target="../slideLayouts/slideLayout296.xml"/><Relationship Id="rId8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298.xml"/><Relationship Id="rId10" Type="http://schemas.openxmlformats.org/officeDocument/2006/relationships/slideLayout" Target="../slideLayouts/slideLayout299.xml"/><Relationship Id="rId11" Type="http://schemas.openxmlformats.org/officeDocument/2006/relationships/slideLayout" Target="../slideLayouts/slideLayout300.xml"/><Relationship Id="rId12" Type="http://schemas.openxmlformats.org/officeDocument/2006/relationships/slideLayout" Target="../slideLayouts/slideLayout301.xml"/><Relationship Id="rId13" Type="http://schemas.openxmlformats.org/officeDocument/2006/relationships/slideLayout" Target="../slideLayouts/slideLayout302.xml"/><Relationship Id="rId14" Type="http://schemas.openxmlformats.org/officeDocument/2006/relationships/slideLayout" Target="../slideLayouts/slideLayout303.xml"/><Relationship Id="rId15" Type="http://schemas.openxmlformats.org/officeDocument/2006/relationships/slideLayout" Target="../slideLayouts/slideLayout304.xml"/><Relationship Id="rId16" Type="http://schemas.openxmlformats.org/officeDocument/2006/relationships/slideLayout" Target="../slideLayouts/slideLayout305.xml"/><Relationship Id="rId17" Type="http://schemas.openxmlformats.org/officeDocument/2006/relationships/slideLayout" Target="../slideLayouts/slideLayout306.xml"/><Relationship Id="rId18" Type="http://schemas.openxmlformats.org/officeDocument/2006/relationships/theme" Target="../theme/theme18.xml"/><Relationship Id="rId1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  <p:sldLayoutId id="2147483915" r:id="rId15"/>
    <p:sldLayoutId id="2147483916" r:id="rId16"/>
    <p:sldLayoutId id="2147483917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20" r:id="rId2"/>
    <p:sldLayoutId id="2147483921" r:id="rId3"/>
    <p:sldLayoutId id="2147483922" r:id="rId4"/>
    <p:sldLayoutId id="2147483923" r:id="rId5"/>
    <p:sldLayoutId id="2147483924" r:id="rId6"/>
    <p:sldLayoutId id="2147483925" r:id="rId7"/>
    <p:sldLayoutId id="2147483926" r:id="rId8"/>
    <p:sldLayoutId id="2147483927" r:id="rId9"/>
    <p:sldLayoutId id="2147483928" r:id="rId10"/>
    <p:sldLayoutId id="2147483929" r:id="rId11"/>
    <p:sldLayoutId id="2147483930" r:id="rId12"/>
    <p:sldLayoutId id="2147483931" r:id="rId13"/>
    <p:sldLayoutId id="2147483932" r:id="rId14"/>
    <p:sldLayoutId id="2147483933" r:id="rId15"/>
    <p:sldLayoutId id="2147483934" r:id="rId16"/>
    <p:sldLayoutId id="2147483935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6774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1935" indent="-241935" algn="l" defTabSz="967740" rtl="0" eaLnBrk="1" latinLnBrk="0" hangingPunct="1">
        <a:lnSpc>
          <a:spcPct val="90000"/>
        </a:lnSpc>
        <a:spcBef>
          <a:spcPts val="1060"/>
        </a:spcBef>
        <a:buFontTx/>
        <a:buBlip>
          <a:blip r:embed="rId19"/>
        </a:buBlip>
        <a:defRPr sz="296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2580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540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0967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211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9354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17741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b="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66128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314515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62902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4112895" indent="-241935" algn="l" defTabSz="967740" rtl="0" eaLnBrk="1" latinLnBrk="0" hangingPunct="1">
        <a:lnSpc>
          <a:spcPct val="90000"/>
        </a:lnSpc>
        <a:spcBef>
          <a:spcPts val="530"/>
        </a:spcBef>
        <a:buFont typeface="Arial" panose="020B0704020202020204" pitchFamily="34" charset="0"/>
        <a:buChar char="•"/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1pPr>
      <a:lvl2pPr marL="48387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2pPr>
      <a:lvl3pPr marL="96774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3pPr>
      <a:lvl4pPr marL="145161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4pPr>
      <a:lvl5pPr marL="193548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5pPr>
      <a:lvl6pPr marL="241935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6pPr>
      <a:lvl7pPr marL="290322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7pPr>
      <a:lvl8pPr marL="338709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8pPr>
      <a:lvl9pPr marL="3870960" algn="l" defTabSz="967740" rtl="0" eaLnBrk="1" latinLnBrk="0" hangingPunct="1">
        <a:defRPr sz="19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Coq形式化验证入门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zh-CN" altLang="en-US" dirty="0"/>
              <a:t>日期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二级标题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传统单元测试在覆盖率上的局限性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航空航天与金融领域的零差错需求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Coq形式化验证对系统正确性的数学担保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以《孙子算经》案例通俗解析验证思想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经典引例：鸡兔同笼问题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传统解法：通过构建线性方程组实现数学建模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建模本质：将现实问题抽象为数学符号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课程核心：利用Coq将数学符号转化为机器可验证的形式化语言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x + y = 35</a:t>
            </a:r>
          </a:p>
          <a:p>
            <a:pPr algn="ctr"/>
            <a:r>
              <a:rPr sz="2400">
                <a:solidFill>
                  <a:srgbClr val="000080"/>
                </a:solidFill>
                <a:latin typeface="Cambria Math"/>
              </a:rPr>
              <a:t>2x + 4y = 94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1. 课程引入：从《孙子算经》说起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突破人脑处理高复杂度证明的局限性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利用机器验证消除人工推导的潜在错误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提供交互式环境进行逐步严密逻辑审查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追求数学证明与推理的绝对严谨性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通用编程语言提供内置整数类型支持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Coq底层逻辑缺乏预设自然数概念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需从零开始构建自然数的数学定义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Coq标准库基于皮亚诺算术公理定义自然数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通过归纳类型定义nat，包含基准值O与后继函数S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构造函数O代表数字0，S代表数值的后继操作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正整数通过嵌套构造表示，例如1对应S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6400"/>
                </a:solidFill>
                <a:latin typeface="Consolas"/>
              </a:rPr>
              <a:t>Inductive nat : Type := | O : nat | S : nat -&gt; nat.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0000"/>
                </a:solidFill>
                <a:latin typeface="微软雅黑"/>
              </a:rPr>
              <a:t>2. Coq中的自然数表达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Coq提供记号机制（Notation）简化数值表达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支持阿拉伯数字与内部递归结构的自动双向转换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编译器将数字字面量解析为对应数量的构造函数嵌套</a:t>
            </a:r>
          </a:p>
          <a:p>
            <a:pPr algn="l">
              <a:spcAft>
                <a:spcPts val="1200"/>
              </a:spcAft>
            </a:pPr>
            <a:r>
              <a:rPr sz="1800">
                <a:solidFill>
                  <a:srgbClr val="000000"/>
                </a:solidFill>
                <a:latin typeface="微软雅黑"/>
              </a:rPr>
              <a:t>• IDE类型检查功能可验证数字字面量属于nat类型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78c8f87c-62e1-4241-a275-173841f12d59"/>
</p:tagLst>
</file>

<file path=ppt/theme/theme1.xml><?xml version="1.0" encoding="utf-8"?>
<a:theme xmlns:a="http://schemas.openxmlformats.org/drawingml/2006/main" name="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7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8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9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0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2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2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23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4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5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自定义设计方案">
  <a:themeElements>
    <a:clrScheme name="SJTU-2021">
      <a:dk1>
        <a:srgbClr val="000000"/>
      </a:dk1>
      <a:lt1>
        <a:srgbClr val="FFFFFF"/>
      </a:lt1>
      <a:dk2>
        <a:srgbClr val="C8161E"/>
      </a:dk2>
      <a:lt2>
        <a:srgbClr val="DBDBDB"/>
      </a:lt2>
      <a:accent1>
        <a:srgbClr val="0051EB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鸿蒙">
      <a:majorFont>
        <a:latin typeface="Segoe UI"/>
        <a:ea typeface="HarmonyOS Sans SC Black"/>
        <a:cs typeface=""/>
      </a:majorFont>
      <a:minorFont>
        <a:latin typeface="Segoe UI"/>
        <a:ea typeface="HarmonyOS Sans SC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/>
        </a:solidFill>
        <a:ln w="12700" cap="flat" cmpd="sng" algn="ctr">
          <a:noFill/>
          <a:prstDash val="solid"/>
          <a:miter lim="800000"/>
        </a:ln>
      </a:spPr>
      <a:bodyPr rtlCol="0" anchor="ctr"/>
      <a:lstStyle>
        <a:defPPr algn="just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宽屏</PresentationFormat>
  <Paragraphs>14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18</vt:i4>
      </vt:variant>
      <vt:variant>
        <vt:lpstr>幻灯片标题</vt:lpstr>
      </vt:variant>
      <vt:variant>
        <vt:i4>2</vt:i4>
      </vt:variant>
    </vt:vector>
  </HeadingPairs>
  <TitlesOfParts>
    <vt:vector size="22" baseType="lpstr">
      <vt:lpstr>等线</vt:lpstr>
      <vt:lpstr>Arial</vt:lpstr>
      <vt:lpstr>自定义设计方案</vt:lpstr>
      <vt:lpstr>2_自定义设计方案</vt:lpstr>
      <vt:lpstr>11_自定义设计方案</vt:lpstr>
      <vt:lpstr>12_自定义设计方案</vt:lpstr>
      <vt:lpstr>13_自定义设计方案</vt:lpstr>
      <vt:lpstr>14_自定义设计方案</vt:lpstr>
      <vt:lpstr>15_自定义设计方案</vt:lpstr>
      <vt:lpstr>16_自定义设计方案</vt:lpstr>
      <vt:lpstr>17_自定义设计方案</vt:lpstr>
      <vt:lpstr>18_自定义设计方案</vt:lpstr>
      <vt:lpstr>19_自定义设计方案</vt:lpstr>
      <vt:lpstr>20_自定义设计方案</vt:lpstr>
      <vt:lpstr>21_自定义设计方案</vt:lpstr>
      <vt:lpstr>22_自定义设计方案</vt:lpstr>
      <vt:lpstr>23_自定义设计方案</vt:lpstr>
      <vt:lpstr>24_自定义设计方案</vt:lpstr>
      <vt:lpstr>25_自定义设计方案</vt:lpstr>
      <vt:lpstr>1_自定义设计方案</vt:lpstr>
      <vt:lpstr>一级标题</vt:lpstr>
      <vt:lpstr>Title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李一</dc:creator>
  <cp:lastModifiedBy>Zhang, Shenao</cp:lastModifiedBy>
  <cp:revision>297</cp:revision>
  <cp:lastPrinted>2025-10-19T20:48:01Z</cp:lastPrinted>
  <dcterms:created xsi:type="dcterms:W3CDTF">2025-10-19T20:48:01Z</dcterms:created>
  <dcterms:modified xsi:type="dcterms:W3CDTF">2026-01-23T22:23:50Z</dcterms:modified>
  <cp:category>work report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a173570b-f82c-4049-95f2-66cf58a73903</vt:lpwstr>
  </property>
  <property fmtid="{D5CDD505-2E9C-101B-9397-08002B2CF9AE}" pid="3" name="ICV">
    <vt:lpwstr>2B73706DCC553601A137F5687D2192DE_43</vt:lpwstr>
  </property>
  <property fmtid="{D5CDD505-2E9C-101B-9397-08002B2CF9AE}" pid="4" name="KSOProductBuildVer">
    <vt:lpwstr>2052-6.7.1.8828</vt:lpwstr>
  </property>
</Properties>
</file>