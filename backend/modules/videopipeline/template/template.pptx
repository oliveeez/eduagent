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5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6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7.xml" ContentType="application/vnd.openxmlformats-officedocument.theme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8.xml" ContentType="application/vnd.openxmlformats-officedocument.theme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9.xml" ContentType="application/vnd.openxmlformats-officedocument.theme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10.xml" ContentType="application/vnd.openxmlformats-officedocument.theme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1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2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theme/theme13.xml" ContentType="application/vnd.openxmlformats-officedocument.theme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theme/theme14.xml" ContentType="application/vnd.openxmlformats-officedocument.theme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theme/theme15.xml" ContentType="application/vnd.openxmlformats-officedocument.theme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theme/theme16.xml" ContentType="application/vnd.openxmlformats-officedocument.theme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theme/theme17.xml" ContentType="application/vnd.openxmlformats-officedocument.theme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  <p:sldMasterId id="2147483684" r:id="rId3"/>
    <p:sldMasterId id="2147483702" r:id="rId4"/>
    <p:sldMasterId id="2147483720" r:id="rId5"/>
    <p:sldMasterId id="2147483738" r:id="rId6"/>
    <p:sldMasterId id="2147483756" r:id="rId7"/>
    <p:sldMasterId id="2147483774" r:id="rId8"/>
    <p:sldMasterId id="2147483792" r:id="rId9"/>
    <p:sldMasterId id="2147483810" r:id="rId10"/>
    <p:sldMasterId id="2147483828" r:id="rId11"/>
    <p:sldMasterId id="2147483846" r:id="rId12"/>
    <p:sldMasterId id="2147483864" r:id="rId13"/>
    <p:sldMasterId id="2147483882" r:id="rId14"/>
    <p:sldMasterId id="2147483900" r:id="rId15"/>
    <p:sldMasterId id="2147483918" r:id="rId16"/>
    <p:sldMasterId id="2147483936" r:id="rId17"/>
    <p:sldMasterId id="2147483954" r:id="rId18"/>
  </p:sldMasterIdLst>
  <p:notesMasterIdLst>
    <p:notesMasterId r:id="rId21"/>
  </p:notesMasterIdLst>
  <p:handoutMasterIdLst>
    <p:handoutMasterId r:id="rId22"/>
  </p:handoutMasterIdLst>
  <p:sldIdLst>
    <p:sldId id="256" r:id="rId19"/>
    <p:sldId id="328" r:id="rId20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  <p14:sldId id="328"/>
          </p14:sldIdLst>
        </p14:section>
        <p14:section name="目录" id="{017F0D12-27D2-490C-910C-815125398AC8}">
          <p14:sldIdLst/>
        </p14:section>
        <p14:section name="过渡页" id="{255FA83B-1C12-40C6-B414-038CF2130AE8}">
          <p14:sldIdLst/>
        </p14:section>
        <p14:section name="内页" id="{C6D91BFE-80F2-473C-AE71-1EA12DA3CD92}">
          <p14:sldIdLst/>
        </p14:section>
        <p14:section name="封底" id="{2E025735-C41C-4ED5-94AB-BFCE16B95C49}">
          <p14:sldIdLst/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72" userDrawn="1">
          <p15:clr>
            <a:srgbClr val="A4A3A4"/>
          </p15:clr>
        </p15:guide>
        <p15:guide id="2" pos="2389" userDrawn="1">
          <p15:clr>
            <a:srgbClr val="A4A3A4"/>
          </p15:clr>
        </p15:guide>
        <p15:guide id="4" orient="horz" pos="2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5" autoAdjust="0"/>
    <p:restoredTop sz="94629" autoAdjust="0"/>
  </p:normalViewPr>
  <p:slideViewPr>
    <p:cSldViewPr snapToGrid="0" showGuides="1">
      <p:cViewPr varScale="1">
        <p:scale>
          <a:sx n="103" d="100"/>
          <a:sy n="103" d="100"/>
        </p:scale>
        <p:origin x="712" y="176"/>
      </p:cViewPr>
      <p:guideLst>
        <p:guide pos="3872"/>
        <p:guide pos="2389"/>
        <p:guide orient="horz"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tags" Target="tags/tag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microsoft.com/office/2007/relationships/hdphoto" Target="../media/hdphoto2.wdp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4" Type="http://schemas.microsoft.com/office/2007/relationships/hdphoto" Target="../media/hdphoto2.wdp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4" Type="http://schemas.microsoft.com/office/2007/relationships/hdphoto" Target="../media/hdphoto2.wdp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png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Relationship Id="rId4" Type="http://schemas.microsoft.com/office/2007/relationships/hdphoto" Target="../media/hdphoto2.wdp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2.png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Relationship Id="rId4" Type="http://schemas.microsoft.com/office/2007/relationships/hdphoto" Target="../media/hdphoto2.wdp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.png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Relationship Id="rId4" Type="http://schemas.microsoft.com/office/2007/relationships/hdphoto" Target="../media/hdphoto2.wdp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.png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9.xml"/><Relationship Id="rId4" Type="http://schemas.microsoft.com/office/2007/relationships/hdphoto" Target="../media/hdphoto2.wdp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2.png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0.xml"/><Relationship Id="rId4" Type="http://schemas.microsoft.com/office/2007/relationships/hdphoto" Target="../media/hdphoto2.wdp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.png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Relationship Id="rId4" Type="http://schemas.microsoft.com/office/2007/relationships/hdphoto" Target="../media/hdphoto2.wdp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2.png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9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2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2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2.xml"/><Relationship Id="rId4" Type="http://schemas.microsoft.com/office/2007/relationships/hdphoto" Target="../media/hdphoto2.wdp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2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2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2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2.png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20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3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3.xml"/><Relationship Id="rId4" Type="http://schemas.microsoft.com/office/2007/relationships/hdphoto" Target="../media/hdphoto2.wdp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3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3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3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3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2.png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2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4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4.xml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4.xml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4.xml"/><Relationship Id="rId4" Type="http://schemas.microsoft.com/office/2007/relationships/hdphoto" Target="../media/hdphoto2.wdp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4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4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4.xml"/></Relationships>
</file>

<file path=ppt/slideLayouts/_rels/slideLayout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2.png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2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5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5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5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5.xml"/><Relationship Id="rId4" Type="http://schemas.microsoft.com/office/2007/relationships/hdphoto" Target="../media/hdphoto2.wdp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5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2.png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2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6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6.xml"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6.xml"/></Relationships>
</file>

<file path=ppt/slideLayouts/_rels/slideLayout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6.xml"/><Relationship Id="rId4" Type="http://schemas.microsoft.com/office/2007/relationships/hdphoto" Target="../media/hdphoto2.wdp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6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6.xml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2.png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27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7.xml"/></Relationships>
</file>

<file path=ppt/slideLayouts/_rels/slideLayout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7.xml"/></Relationships>
</file>

<file path=ppt/slideLayouts/_rels/slideLayout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7.xml"/><Relationship Id="rId4" Type="http://schemas.microsoft.com/office/2007/relationships/hdphoto" Target="../media/hdphoto2.wdp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7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7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7.xml"/></Relationships>
</file>

<file path=ppt/slideLayouts/_rels/slideLayout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2.png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29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8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8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8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8.xml"/><Relationship Id="rId4" Type="http://schemas.microsoft.com/office/2007/relationships/hdphoto" Target="../media/hdphoto2.wdp"/></Relationships>
</file>

<file path=ppt/slideLayouts/_rels/slideLayout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8.xml"/></Relationships>
</file>

<file path=ppt/slideLayouts/_rels/slideLayout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8.xml"/></Relationships>
</file>

<file path=ppt/slideLayouts/_rels/slideLayout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8.xml"/></Relationships>
</file>

<file path=ppt/slideLayouts/_rels/slideLayout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8.xml"/><Relationship Id="rId4" Type="http://schemas.openxmlformats.org/officeDocument/2006/relationships/image" Target="../media/image2.png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8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17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95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15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17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04.xml"/><Relationship Id="rId16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2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7.xml"/><Relationship Id="rId13" Type="http://schemas.openxmlformats.org/officeDocument/2006/relationships/slideLayout" Target="../slideLayouts/slideLayout132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6.xml"/><Relationship Id="rId12" Type="http://schemas.openxmlformats.org/officeDocument/2006/relationships/slideLayout" Target="../slideLayouts/slideLayout131.xml"/><Relationship Id="rId17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25.xml"/><Relationship Id="rId11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4.xml"/><Relationship Id="rId15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Relationship Id="rId14" Type="http://schemas.openxmlformats.org/officeDocument/2006/relationships/slideLayout" Target="../slideLayouts/slideLayout13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4.xml"/><Relationship Id="rId13" Type="http://schemas.openxmlformats.org/officeDocument/2006/relationships/slideLayout" Target="../slideLayouts/slideLayout149.xml"/><Relationship Id="rId18" Type="http://schemas.openxmlformats.org/officeDocument/2006/relationships/theme" Target="../theme/theme9.xml"/><Relationship Id="rId3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143.xml"/><Relationship Id="rId12" Type="http://schemas.openxmlformats.org/officeDocument/2006/relationships/slideLayout" Target="../slideLayouts/slideLayout148.xml"/><Relationship Id="rId17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38.xml"/><Relationship Id="rId16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42.xml"/><Relationship Id="rId11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1.xml"/><Relationship Id="rId15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46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40.xml"/><Relationship Id="rId9" Type="http://schemas.openxmlformats.org/officeDocument/2006/relationships/slideLayout" Target="../slideLayouts/slideLayout145.xml"/><Relationship Id="rId14" Type="http://schemas.openxmlformats.org/officeDocument/2006/relationships/slideLayout" Target="../slideLayouts/slideLayout15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1.xml"/><Relationship Id="rId13" Type="http://schemas.openxmlformats.org/officeDocument/2006/relationships/slideLayout" Target="../slideLayouts/slideLayout166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56.xml"/><Relationship Id="rId7" Type="http://schemas.openxmlformats.org/officeDocument/2006/relationships/slideLayout" Target="../slideLayouts/slideLayout160.xml"/><Relationship Id="rId12" Type="http://schemas.openxmlformats.org/officeDocument/2006/relationships/slideLayout" Target="../slideLayouts/slideLayout165.xml"/><Relationship Id="rId17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55.xml"/><Relationship Id="rId16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54.xml"/><Relationship Id="rId6" Type="http://schemas.openxmlformats.org/officeDocument/2006/relationships/slideLayout" Target="../slideLayouts/slideLayout159.xml"/><Relationship Id="rId11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63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7.xml"/><Relationship Id="rId9" Type="http://schemas.openxmlformats.org/officeDocument/2006/relationships/slideLayout" Target="../slideLayouts/slideLayout162.xml"/><Relationship Id="rId14" Type="http://schemas.openxmlformats.org/officeDocument/2006/relationships/slideLayout" Target="../slideLayouts/slideLayout16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83.xml"/><Relationship Id="rId18" Type="http://schemas.openxmlformats.org/officeDocument/2006/relationships/theme" Target="../theme/theme11.xml"/><Relationship Id="rId3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87.xml"/><Relationship Id="rId2" Type="http://schemas.openxmlformats.org/officeDocument/2006/relationships/slideLayout" Target="../slideLayouts/slideLayout172.xml"/><Relationship Id="rId16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81.xml"/><Relationship Id="rId5" Type="http://schemas.openxmlformats.org/officeDocument/2006/relationships/slideLayout" Target="../slideLayouts/slideLayout175.xml"/><Relationship Id="rId15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8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8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2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theme" Target="../theme/theme13.xml"/><Relationship Id="rId3" Type="http://schemas.openxmlformats.org/officeDocument/2006/relationships/slideLayout" Target="../slideLayouts/slideLayout207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10" Type="http://schemas.openxmlformats.org/officeDocument/2006/relationships/slideLayout" Target="../slideLayouts/slideLayout21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9.xml"/><Relationship Id="rId13" Type="http://schemas.openxmlformats.org/officeDocument/2006/relationships/slideLayout" Target="../slideLayouts/slideLayout234.xml"/><Relationship Id="rId18" Type="http://schemas.openxmlformats.org/officeDocument/2006/relationships/theme" Target="../theme/theme14.xml"/><Relationship Id="rId3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28.xml"/><Relationship Id="rId12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38.xml"/><Relationship Id="rId2" Type="http://schemas.openxmlformats.org/officeDocument/2006/relationships/slideLayout" Target="../slideLayouts/slideLayout223.xml"/><Relationship Id="rId16" Type="http://schemas.openxmlformats.org/officeDocument/2006/relationships/slideLayout" Target="../slideLayouts/slideLayout237.xml"/><Relationship Id="rId1" Type="http://schemas.openxmlformats.org/officeDocument/2006/relationships/slideLayout" Target="../slideLayouts/slideLayout222.xml"/><Relationship Id="rId6" Type="http://schemas.openxmlformats.org/officeDocument/2006/relationships/slideLayout" Target="../slideLayouts/slideLayout227.xml"/><Relationship Id="rId11" Type="http://schemas.openxmlformats.org/officeDocument/2006/relationships/slideLayout" Target="../slideLayouts/slideLayout232.xml"/><Relationship Id="rId5" Type="http://schemas.openxmlformats.org/officeDocument/2006/relationships/slideLayout" Target="../slideLayouts/slideLayout226.xml"/><Relationship Id="rId15" Type="http://schemas.openxmlformats.org/officeDocument/2006/relationships/slideLayout" Target="../slideLayouts/slideLayout236.xml"/><Relationship Id="rId10" Type="http://schemas.openxmlformats.org/officeDocument/2006/relationships/slideLayout" Target="../slideLayouts/slideLayout23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25.xml"/><Relationship Id="rId9" Type="http://schemas.openxmlformats.org/officeDocument/2006/relationships/slideLayout" Target="../slideLayouts/slideLayout230.xml"/><Relationship Id="rId14" Type="http://schemas.openxmlformats.org/officeDocument/2006/relationships/slideLayout" Target="../slideLayouts/slideLayout235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51.xml"/><Relationship Id="rId18" Type="http://schemas.openxmlformats.org/officeDocument/2006/relationships/theme" Target="../theme/theme15.xml"/><Relationship Id="rId3" Type="http://schemas.openxmlformats.org/officeDocument/2006/relationships/slideLayout" Target="../slideLayouts/slideLayout241.xml"/><Relationship Id="rId7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55.xml"/><Relationship Id="rId2" Type="http://schemas.openxmlformats.org/officeDocument/2006/relationships/slideLayout" Target="../slideLayouts/slideLayout240.xml"/><Relationship Id="rId16" Type="http://schemas.openxmlformats.org/officeDocument/2006/relationships/slideLayout" Target="../slideLayouts/slideLayout254.xml"/><Relationship Id="rId1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9.xml"/><Relationship Id="rId5" Type="http://schemas.openxmlformats.org/officeDocument/2006/relationships/slideLayout" Target="../slideLayouts/slideLayout243.xml"/><Relationship Id="rId15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48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42.xml"/><Relationship Id="rId9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52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8.xml"/><Relationship Id="rId18" Type="http://schemas.openxmlformats.org/officeDocument/2006/relationships/theme" Target="../theme/theme16.xml"/><Relationship Id="rId3" Type="http://schemas.openxmlformats.org/officeDocument/2006/relationships/slideLayout" Target="../slideLayouts/slideLayout258.xml"/><Relationship Id="rId7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57.xml"/><Relationship Id="rId16" Type="http://schemas.openxmlformats.org/officeDocument/2006/relationships/slideLayout" Target="../slideLayouts/slideLayout271.xml"/><Relationship Id="rId1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6.xml"/><Relationship Id="rId5" Type="http://schemas.openxmlformats.org/officeDocument/2006/relationships/slideLayout" Target="../slideLayouts/slideLayout260.xml"/><Relationship Id="rId15" Type="http://schemas.openxmlformats.org/officeDocument/2006/relationships/slideLayout" Target="../slideLayouts/slideLayout270.xml"/><Relationship Id="rId10" Type="http://schemas.openxmlformats.org/officeDocument/2006/relationships/slideLayout" Target="../slideLayouts/slideLayout265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9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0.xml"/><Relationship Id="rId13" Type="http://schemas.openxmlformats.org/officeDocument/2006/relationships/slideLayout" Target="../slideLayouts/slideLayout285.xml"/><Relationship Id="rId18" Type="http://schemas.openxmlformats.org/officeDocument/2006/relationships/theme" Target="../theme/theme17.xml"/><Relationship Id="rId3" Type="http://schemas.openxmlformats.org/officeDocument/2006/relationships/slideLayout" Target="../slideLayouts/slideLayout275.xml"/><Relationship Id="rId7" Type="http://schemas.openxmlformats.org/officeDocument/2006/relationships/slideLayout" Target="../slideLayouts/slideLayout279.xml"/><Relationship Id="rId12" Type="http://schemas.openxmlformats.org/officeDocument/2006/relationships/slideLayout" Target="../slideLayouts/slideLayout284.xml"/><Relationship Id="rId17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74.xml"/><Relationship Id="rId16" Type="http://schemas.openxmlformats.org/officeDocument/2006/relationships/slideLayout" Target="../slideLayouts/slideLayout288.xml"/><Relationship Id="rId1" Type="http://schemas.openxmlformats.org/officeDocument/2006/relationships/slideLayout" Target="../slideLayouts/slideLayout273.xml"/><Relationship Id="rId6" Type="http://schemas.openxmlformats.org/officeDocument/2006/relationships/slideLayout" Target="../slideLayouts/slideLayout278.xml"/><Relationship Id="rId11" Type="http://schemas.openxmlformats.org/officeDocument/2006/relationships/slideLayout" Target="../slideLayouts/slideLayout283.xml"/><Relationship Id="rId5" Type="http://schemas.openxmlformats.org/officeDocument/2006/relationships/slideLayout" Target="../slideLayouts/slideLayout277.xml"/><Relationship Id="rId15" Type="http://schemas.openxmlformats.org/officeDocument/2006/relationships/slideLayout" Target="../slideLayouts/slideLayout287.xml"/><Relationship Id="rId10" Type="http://schemas.openxmlformats.org/officeDocument/2006/relationships/slideLayout" Target="../slideLayouts/slideLayout282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76.xml"/><Relationship Id="rId9" Type="http://schemas.openxmlformats.org/officeDocument/2006/relationships/slideLayout" Target="../slideLayouts/slideLayout281.xml"/><Relationship Id="rId14" Type="http://schemas.openxmlformats.org/officeDocument/2006/relationships/slideLayout" Target="../slideLayouts/slideLayout286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7.xml"/><Relationship Id="rId13" Type="http://schemas.openxmlformats.org/officeDocument/2006/relationships/slideLayout" Target="../slideLayouts/slideLayout302.xml"/><Relationship Id="rId18" Type="http://schemas.openxmlformats.org/officeDocument/2006/relationships/theme" Target="../theme/theme18.xml"/><Relationship Id="rId3" Type="http://schemas.openxmlformats.org/officeDocument/2006/relationships/slideLayout" Target="../slideLayouts/slideLayout292.xml"/><Relationship Id="rId7" Type="http://schemas.openxmlformats.org/officeDocument/2006/relationships/slideLayout" Target="../slideLayouts/slideLayout296.xml"/><Relationship Id="rId12" Type="http://schemas.openxmlformats.org/officeDocument/2006/relationships/slideLayout" Target="../slideLayouts/slideLayout301.xml"/><Relationship Id="rId17" Type="http://schemas.openxmlformats.org/officeDocument/2006/relationships/slideLayout" Target="../slideLayouts/slideLayout306.xml"/><Relationship Id="rId2" Type="http://schemas.openxmlformats.org/officeDocument/2006/relationships/slideLayout" Target="../slideLayouts/slideLayout291.xml"/><Relationship Id="rId16" Type="http://schemas.openxmlformats.org/officeDocument/2006/relationships/slideLayout" Target="../slideLayouts/slideLayout305.xml"/><Relationship Id="rId1" Type="http://schemas.openxmlformats.org/officeDocument/2006/relationships/slideLayout" Target="../slideLayouts/slideLayout290.xml"/><Relationship Id="rId6" Type="http://schemas.openxmlformats.org/officeDocument/2006/relationships/slideLayout" Target="../slideLayouts/slideLayout295.xml"/><Relationship Id="rId11" Type="http://schemas.openxmlformats.org/officeDocument/2006/relationships/slideLayout" Target="../slideLayouts/slideLayout300.xml"/><Relationship Id="rId5" Type="http://schemas.openxmlformats.org/officeDocument/2006/relationships/slideLayout" Target="../slideLayouts/slideLayout294.xml"/><Relationship Id="rId15" Type="http://schemas.openxmlformats.org/officeDocument/2006/relationships/slideLayout" Target="../slideLayouts/slideLayout304.xml"/><Relationship Id="rId10" Type="http://schemas.openxmlformats.org/officeDocument/2006/relationships/slideLayout" Target="../slideLayouts/slideLayout29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93.xml"/><Relationship Id="rId9" Type="http://schemas.openxmlformats.org/officeDocument/2006/relationships/slideLayout" Target="../slideLayouts/slideLayout298.xml"/><Relationship Id="rId14" Type="http://schemas.openxmlformats.org/officeDocument/2006/relationships/slideLayout" Target="../slideLayouts/slideLayout30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一级标题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日期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Title</a:t>
            </a:r>
          </a:p>
        </p:txBody>
      </p:sp>
      <p:sp>
        <p:nvSpPr>
          <p:cNvPr id="24" name="内容占位符 23"/>
          <p:cNvSpPr>
            <a:spLocks noGrp="1"/>
          </p:cNvSpPr>
          <p:nvPr>
            <p:ph sz="quarter" idx="10"/>
          </p:nvPr>
        </p:nvSpPr>
        <p:spPr>
          <a:xfrm>
            <a:off x="381635" y="1118870"/>
            <a:ext cx="11810365" cy="4991735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zh-CN" dirty="0"/>
              <a:t>line1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line2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line3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line4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line5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line6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line7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line8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line9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 bldLvl="5"/>
      <p:bldP spid="24" grpI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等线</vt:lpstr>
      <vt:lpstr>Arial</vt:lpstr>
      <vt:lpstr>自定义设计方案</vt:lpstr>
      <vt:lpstr>2_自定义设计方案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1_自定义设计方案</vt:lpstr>
      <vt:lpstr>一级标题</vt:lpstr>
      <vt:lpstr>Title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Zhang, Shenao</cp:lastModifiedBy>
  <cp:revision>297</cp:revision>
  <cp:lastPrinted>2025-10-19T20:48:01Z</cp:lastPrinted>
  <dcterms:created xsi:type="dcterms:W3CDTF">2025-10-19T20:48:01Z</dcterms:created>
  <dcterms:modified xsi:type="dcterms:W3CDTF">2026-01-23T22:23:50Z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ICV">
    <vt:lpwstr>2B73706DCC553601A137F5687D2192DE_43</vt:lpwstr>
  </property>
  <property fmtid="{D5CDD505-2E9C-101B-9397-08002B2CF9AE}" pid="4" name="KSOProductBuildVer">
    <vt:lpwstr>2052-6.7.1.8828</vt:lpwstr>
  </property>
</Properties>
</file>