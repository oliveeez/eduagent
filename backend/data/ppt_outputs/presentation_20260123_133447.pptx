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Coq验证入门：从算术到函数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第一章：整数算数运算与大小比较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探讨日常生活中如何使用数字描述具体事物，并引出形式化验证的必要性。</a:t>
            </a:r>
          </a:p>
          <a:p>
            <a:pPr lvl="1"/>
            <a:r>
              <a:t>示例: 物体数量描述</a:t>
            </a:r>
          </a:p>
          <a:p>
            <a:pPr lvl="1"/>
            <a:r>
              <a:t>示例: 几何图形长度与面积</a:t>
            </a:r>
          </a:p>
          <a:p>
            <a:pPr lvl="1"/>
            <a:r>
              <a:t>示例: 年龄比较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第一章：整数算数运算与大小比较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介绍如何在Coq环境中定义基本的整数及算术运算。</a:t>
            </a:r>
          </a:p>
          <a:p>
            <a:pPr lvl="1"/>
            <a:r>
              <a:t>示例: 自然数定义</a:t>
            </a:r>
          </a:p>
          <a:p>
            <a:pPr lvl="1"/>
            <a:r>
              <a:t>示例: 简单的加减运算代码</a:t>
            </a:r>
          </a:p>
          <a:p>
            <a:pPr lvl="1"/>
            <a:r>
              <a:t>示例: 大于/小于关系的表达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第一章：整数算数运算与大小比较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回顾《孙子算经》中的经典数学问题，分析其逻辑结构。</a:t>
            </a:r>
          </a:p>
          <a:p>
            <a:pPr lvl="1"/>
            <a:r>
              <a:t>示例: 上有三十五头</a:t>
            </a:r>
          </a:p>
          <a:p>
            <a:pPr lvl="1"/>
            <a:r>
              <a:t>示例: 下有九十四足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第一章：整数算数运算与大小比较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详细演示如何使用Coq语言重构并解决鸡兔同笼问题。</a:t>
            </a:r>
          </a:p>
          <a:p>
            <a:pPr lvl="1"/>
            <a:r>
              <a:t>示例: 定义变量：雉(x)与兔(y)</a:t>
            </a:r>
          </a:p>
          <a:p>
            <a:pPr lvl="1"/>
            <a:r>
              <a:t>示例: 编写约束条件代码</a:t>
            </a:r>
          </a:p>
          <a:p>
            <a:pPr lvl="1"/>
            <a:r>
              <a:t>示例: 验证解的正确性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第二章：函数与谓词初步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建立传统数学函数概念与编程语言中函数定义的联系。</a:t>
            </a:r>
          </a:p>
          <a:p>
            <a:pPr lvl="1"/>
            <a:r>
              <a:t>示例: 数学公式：f(x) = x + 1</a:t>
            </a:r>
          </a:p>
          <a:p>
            <a:pPr lvl="1"/>
            <a:r>
              <a:t>示例: 编程映射：Input -&gt;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第二章：函数与谓词初步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展示Coq中定义简单函数的基本结构与关键字。</a:t>
            </a:r>
          </a:p>
          <a:p>
            <a:pPr lvl="1"/>
            <a:r>
              <a:t>示例: Definition plus_one ...</a:t>
            </a:r>
          </a:p>
          <a:p>
            <a:pPr lvl="1"/>
            <a:r>
              <a:t>示例: 参数与返回类型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第二章：函数与谓词初步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简要介绍谓词作为返回真值(Prop)的特殊函数。</a:t>
            </a:r>
          </a:p>
          <a:p>
            <a:pPr lvl="1"/>
            <a:r>
              <a:t>示例: 判断相等</a:t>
            </a:r>
          </a:p>
          <a:p>
            <a:pPr lvl="1"/>
            <a:r>
              <a:t>示例: 简单逻辑判断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