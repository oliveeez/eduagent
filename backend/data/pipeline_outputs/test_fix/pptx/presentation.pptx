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257" r:id="rId20"/>
    <p:sldId id="258" r:id="rId28"/>
    <p:sldId id="259" r:id="rId29"/>
    <p:sldId id="260" r:id="rId30"/>
    <p:sldId id="261" r:id="rId31"/>
    <p:sldId id="262" r:id="rId32"/>
    <p:sldId id="263" r:id="rId33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4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5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5.pn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4.pn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5.pn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4.pn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5.pn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4.pn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5.pn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theme" Target="../theme/theme5.xml"/><Relationship Id="rId1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theme" Target="../theme/theme7.xml"/><Relationship Id="rId19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theme" Target="../theme/theme8.xml"/><Relationship Id="rId1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3.xml"/><Relationship Id="rId18" Type="http://schemas.openxmlformats.org/officeDocument/2006/relationships/theme" Target="../theme/theme9.xml"/><Relationship Id="rId19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0.xml"/><Relationship Id="rId18" Type="http://schemas.openxmlformats.org/officeDocument/2006/relationships/theme" Target="../theme/theme10.xml"/><Relationship Id="rId19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7.xml"/><Relationship Id="rId18" Type="http://schemas.openxmlformats.org/officeDocument/2006/relationships/theme" Target="../theme/theme11.xml"/><Relationship Id="rId19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1.xml"/><Relationship Id="rId15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4.xml"/><Relationship Id="rId18" Type="http://schemas.openxmlformats.org/officeDocument/2006/relationships/theme" Target="../theme/theme12.xml"/><Relationship Id="rId19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1.xml"/><Relationship Id="rId18" Type="http://schemas.openxmlformats.org/officeDocument/2006/relationships/theme" Target="../theme/theme13.xml"/><Relationship Id="rId19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3.xml"/><Relationship Id="rId13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38.xml"/><Relationship Id="rId18" Type="http://schemas.openxmlformats.org/officeDocument/2006/relationships/theme" Target="../theme/theme14.xml"/><Relationship Id="rId19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theme" Target="../theme/theme15.xml"/><Relationship Id="rId19" Type="http://schemas.openxmlformats.org/officeDocument/2006/relationships/image" Target="../media/image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theme" Target="../theme/theme16.xml"/><Relationship Id="rId19" Type="http://schemas.openxmlformats.org/officeDocument/2006/relationships/image" Target="../media/image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9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4.xml"/><Relationship Id="rId13" Type="http://schemas.openxmlformats.org/officeDocument/2006/relationships/slideLayout" Target="../slideLayouts/slideLayout285.xml"/><Relationship Id="rId14" Type="http://schemas.openxmlformats.org/officeDocument/2006/relationships/slideLayout" Target="../slideLayouts/slideLayout286.xml"/><Relationship Id="rId15" Type="http://schemas.openxmlformats.org/officeDocument/2006/relationships/slideLayout" Target="../slideLayouts/slideLayout287.xml"/><Relationship Id="rId16" Type="http://schemas.openxmlformats.org/officeDocument/2006/relationships/slideLayout" Target="../slideLayouts/slideLayout288.xml"/><Relationship Id="rId17" Type="http://schemas.openxmlformats.org/officeDocument/2006/relationships/slideLayout" Target="../slideLayouts/slideLayout289.xml"/><Relationship Id="rId18" Type="http://schemas.openxmlformats.org/officeDocument/2006/relationships/theme" Target="../theme/theme17.xml"/><Relationship Id="rId19" Type="http://schemas.openxmlformats.org/officeDocument/2006/relationships/image" Target="../media/image1.pn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theme" Target="../theme/theme18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Coq形式化验证入门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日期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同学们大家好！欢迎来到Coq验证入门的第一课。在正式开始敲代码之前，我想先问大家一个扎心的问题：你们谁敢拍着胸脯保证，自己写的程序绝对没有Bug？（停顿）我们习惯了写单元测试，但这就像是用网捞鱼，总会有漏网之鱼。而在航空航天、金融交易这些容不得半点差错的领域，我们需要一种'终极武器'——形式化验证。Coq就是这样一把神兵利器，它能从数学逻辑的底层担保系统的绝对正确。听起来是不是很高冷？别担心，为了让大家轻松跨过门槛，今天我们不谈复杂的类型论，而是先穿越回1500年前，聊聊一本充满智慧的古书——《孙子算经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大家一定都听过'鸡兔同笼'的故事。书中记载：'今有雉兔同笼，上有三十五头，下有九十四足，问雉兔各几何？'。我们在中学数学课上，通常会设未知数，比如设鸡为x，兔为y，然后列出方程组：x + y = 35，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x + y =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，2x + 4y = 94。这就是一种最朴素的'数学建模'——把现实问题转化为数学符号。而在Coq这门课中，我们要做的，就是更进一步：把数学符号转化为机器可以理解并验证的形式化语言。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2x + 4y = 94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大家可能会问：'我都算出答案了，为什么还要用Coq？' 确实，对于这种简单问题，人脑很快。但如果方程有一千个变量呢？或者证明过程有一万步呢？人脑会犯错，会疏忽，但机器不会。Coq就像是一个拿着放大镜的、极其严苛的老师，它提供了一个交互式的证明环境（IDE），用来检查你的每一步推理是否严丝合缝。我们学习Coq，就是为了追求这种逻辑上的'绝对严谨'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在像C或Python这样的语言里，整数是内置的，但在Coq的底层逻辑里，我们需要从零开始定义什么是'自然数'。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Coq标准库使用了皮亚诺（Peano）算术公理来定义自然数。Inductive nat : Type := | O : nat | S : nat -&gt; nat.这看起来有点抽象，我来翻译一下：我们定义了一个类型叫nat，它只有两种情况。第一种是O，代表数字0；第二种是S，代表后继（Successor），也就是'下一个数'。所以在Coq眼中，1就是S O（0的下一个），2就是S (S O)，3就是S (S (S O))。这就像是用乐高积木，一块一块叠出来的。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6400"/>
                </a:solidFill>
                <a:latin typeface="Consolas"/>
              </a:rPr>
              <a:t>Inductive nat : Type := | O : nat | S : nat -&gt; nat.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当然，如果写个100都要敲一百次S，那程序员要累死了。所以Coq提供了强大的记号机制（Notation）。当我们输入阿拉伯数字35时，Coq会自动把它解析成35个S套在O上；反之，当Coq输出结果时，也会把那一大串内部结构显示为我们熟悉的数字。大家可以在IDE里输入Check 35.试试看，系统会告诉你它的类型是nat。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