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2"/>
    <p:sldMasterId id="2147483684" r:id="rId3"/>
    <p:sldMasterId id="2147483702" r:id="rId4"/>
    <p:sldMasterId id="2147483720" r:id="rId5"/>
    <p:sldMasterId id="2147483738" r:id="rId6"/>
    <p:sldMasterId id="2147483756" r:id="rId7"/>
    <p:sldMasterId id="2147483774" r:id="rId8"/>
    <p:sldMasterId id="2147483792" r:id="rId9"/>
    <p:sldMasterId id="2147483810" r:id="rId10"/>
    <p:sldMasterId id="2147483828" r:id="rId11"/>
    <p:sldMasterId id="2147483846" r:id="rId12"/>
    <p:sldMasterId id="2147483864" r:id="rId13"/>
    <p:sldMasterId id="2147483882" r:id="rId14"/>
    <p:sldMasterId id="2147483900" r:id="rId15"/>
    <p:sldMasterId id="2147483918" r:id="rId16"/>
    <p:sldMasterId id="2147483936" r:id="rId17"/>
    <p:sldMasterId id="2147483954" r:id="rId18"/>
  </p:sldMasterIdLst>
  <p:notesMasterIdLst>
    <p:notesMasterId r:id="rId21"/>
  </p:notesMasterIdLst>
  <p:handoutMasterIdLst>
    <p:handoutMasterId r:id="rId22"/>
  </p:handoutMasterIdLst>
  <p:sldIdLst>
    <p:sldId id="256" r:id="rId19"/>
    <p:sldId id="257" r:id="rId20"/>
    <p:sldId id="258" r:id="rId28"/>
    <p:sldId id="259" r:id="rId29"/>
    <p:sldId id="260" r:id="rId30"/>
    <p:sldId id="261" r:id="rId31"/>
    <p:sldId id="262" r:id="rId32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3FCCA5CC-F365-4341-BFB8-B60DA5A3B15D}">
          <p14:sldIdLst>
            <p14:sldId id="256"/>
            <p14:sldId id="328"/>
          </p14:sldIdLst>
        </p14:section>
        <p14:section name="目录" id="{017F0D12-27D2-490C-910C-815125398AC8}">
          <p14:sldIdLst/>
        </p14:section>
        <p14:section name="过渡页" id="{255FA83B-1C12-40C6-B414-038CF2130AE8}">
          <p14:sldIdLst/>
        </p14:section>
        <p14:section name="内页" id="{C6D91BFE-80F2-473C-AE71-1EA12DA3CD92}">
          <p14:sldIdLst/>
        </p14:section>
        <p14:section name="封底" id="{2E025735-C41C-4ED5-94AB-BFCE16B95C49}">
          <p14:sldIdLst/>
        </p14:section>
        <p14:section name="设计规范" id="{D649FF30-C064-4F5D-86A8-654B6F88799F}">
          <p14:sldIdLst/>
        </p14:section>
      </p14:sectionLst>
    </p:ext>
    <p:ext uri="{EFAFB233-063F-42B5-8137-9DF3F51BA10A}">
      <p15:sldGuideLst xmlns:p15="http://schemas.microsoft.com/office/powerpoint/2012/main">
        <p15:guide id="1" pos="3872" userDrawn="1">
          <p15:clr>
            <a:srgbClr val="A4A3A4"/>
          </p15:clr>
        </p15:guide>
        <p15:guide id="2" pos="2389" userDrawn="1">
          <p15:clr>
            <a:srgbClr val="A4A3A4"/>
          </p15:clr>
        </p15:guide>
        <p15:guide id="4" orient="horz" pos="2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15" autoAdjust="0"/>
    <p:restoredTop sz="94629" autoAdjust="0"/>
  </p:normalViewPr>
  <p:slideViewPr>
    <p:cSldViewPr snapToGrid="0" showGuides="1">
      <p:cViewPr varScale="1">
        <p:scale>
          <a:sx n="103" d="100"/>
          <a:sy n="103" d="100"/>
        </p:scale>
        <p:origin x="712" y="176"/>
      </p:cViewPr>
      <p:guideLst>
        <p:guide pos="3872"/>
        <p:guide pos="2389"/>
        <p:guide orient="horz" pos="2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36"/>
    </p:cViewPr>
  </p:sorterViewPr>
  <p:notesViewPr>
    <p:cSldViewPr snapToGrid="0">
      <p:cViewPr varScale="1">
        <p:scale>
          <a:sx n="83" d="100"/>
          <a:sy n="83" d="100"/>
        </p:scale>
        <p:origin x="299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4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5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4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5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4.pn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5.pn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5.pn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4.png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5.png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4.png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5.png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4.png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5.png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4.pn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5.png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4.png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5.pn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4.png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5.png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4.png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5.png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4.png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5.png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theme" Target="../theme/theme2.xml"/><Relationship Id="rId19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theme" Target="../theme/theme3.xml"/><Relationship Id="rId19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8.xml"/><Relationship Id="rId18" Type="http://schemas.openxmlformats.org/officeDocument/2006/relationships/theme" Target="../theme/theme4.xml"/><Relationship Id="rId19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5.xml"/><Relationship Id="rId18" Type="http://schemas.openxmlformats.org/officeDocument/2006/relationships/theme" Target="../theme/theme5.xml"/><Relationship Id="rId19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9.xml"/><Relationship Id="rId5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2.xml"/><Relationship Id="rId18" Type="http://schemas.openxmlformats.org/officeDocument/2006/relationships/theme" Target="../theme/theme6.xml"/><Relationship Id="rId19" Type="http://schemas.openxmlformats.org/officeDocument/2006/relationships/image" Target="../media/image1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9.xml"/><Relationship Id="rId18" Type="http://schemas.openxmlformats.org/officeDocument/2006/relationships/theme" Target="../theme/theme7.xml"/><Relationship Id="rId19" Type="http://schemas.openxmlformats.org/officeDocument/2006/relationships/image" Target="../media/image1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3.xml"/><Relationship Id="rId15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5.xml"/><Relationship Id="rId17" Type="http://schemas.openxmlformats.org/officeDocument/2006/relationships/slideLayout" Target="../slideLayouts/slideLayout136.xml"/><Relationship Id="rId18" Type="http://schemas.openxmlformats.org/officeDocument/2006/relationships/theme" Target="../theme/theme8.xml"/><Relationship Id="rId19" Type="http://schemas.openxmlformats.org/officeDocument/2006/relationships/image" Target="../media/image1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3.xml"/><Relationship Id="rId8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48.xml"/><Relationship Id="rId13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50.xml"/><Relationship Id="rId15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52.xml"/><Relationship Id="rId17" Type="http://schemas.openxmlformats.org/officeDocument/2006/relationships/slideLayout" Target="../slideLayouts/slideLayout153.xml"/><Relationship Id="rId18" Type="http://schemas.openxmlformats.org/officeDocument/2006/relationships/theme" Target="../theme/theme9.xml"/><Relationship Id="rId19" Type="http://schemas.openxmlformats.org/officeDocument/2006/relationships/image" Target="../media/image1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66.xml"/><Relationship Id="rId14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68.xml"/><Relationship Id="rId16" Type="http://schemas.openxmlformats.org/officeDocument/2006/relationships/slideLayout" Target="../slideLayouts/slideLayout169.xml"/><Relationship Id="rId17" Type="http://schemas.openxmlformats.org/officeDocument/2006/relationships/slideLayout" Target="../slideLayouts/slideLayout170.xml"/><Relationship Id="rId18" Type="http://schemas.openxmlformats.org/officeDocument/2006/relationships/theme" Target="../theme/theme10.xml"/><Relationship Id="rId19" Type="http://schemas.openxmlformats.org/officeDocument/2006/relationships/image" Target="../media/image1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82.xml"/><Relationship Id="rId13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84.xml"/><Relationship Id="rId15" Type="http://schemas.openxmlformats.org/officeDocument/2006/relationships/slideLayout" Target="../slideLayouts/slideLayout185.xml"/><Relationship Id="rId16" Type="http://schemas.openxmlformats.org/officeDocument/2006/relationships/slideLayout" Target="../slideLayouts/slideLayout186.xml"/><Relationship Id="rId17" Type="http://schemas.openxmlformats.org/officeDocument/2006/relationships/slideLayout" Target="../slideLayouts/slideLayout187.xml"/><Relationship Id="rId18" Type="http://schemas.openxmlformats.org/officeDocument/2006/relationships/theme" Target="../theme/theme11.xml"/><Relationship Id="rId19" Type="http://schemas.openxmlformats.org/officeDocument/2006/relationships/image" Target="../media/image1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92.xml"/><Relationship Id="rId6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4.xml"/><Relationship Id="rId8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196.xml"/><Relationship Id="rId10" Type="http://schemas.openxmlformats.org/officeDocument/2006/relationships/slideLayout" Target="../slideLayouts/slideLayout197.xml"/><Relationship Id="rId11" Type="http://schemas.openxmlformats.org/officeDocument/2006/relationships/slideLayout" Target="../slideLayouts/slideLayout198.xml"/><Relationship Id="rId12" Type="http://schemas.openxmlformats.org/officeDocument/2006/relationships/slideLayout" Target="../slideLayouts/slideLayout199.xml"/><Relationship Id="rId13" Type="http://schemas.openxmlformats.org/officeDocument/2006/relationships/slideLayout" Target="../slideLayouts/slideLayout200.xml"/><Relationship Id="rId14" Type="http://schemas.openxmlformats.org/officeDocument/2006/relationships/slideLayout" Target="../slideLayouts/slideLayout201.xml"/><Relationship Id="rId15" Type="http://schemas.openxmlformats.org/officeDocument/2006/relationships/slideLayout" Target="../slideLayouts/slideLayout202.xml"/><Relationship Id="rId16" Type="http://schemas.openxmlformats.org/officeDocument/2006/relationships/slideLayout" Target="../slideLayouts/slideLayout203.xml"/><Relationship Id="rId17" Type="http://schemas.openxmlformats.org/officeDocument/2006/relationships/slideLayout" Target="../slideLayouts/slideLayout204.xml"/><Relationship Id="rId18" Type="http://schemas.openxmlformats.org/officeDocument/2006/relationships/theme" Target="../theme/theme12.xml"/><Relationship Id="rId19" Type="http://schemas.openxmlformats.org/officeDocument/2006/relationships/image" Target="../media/image1.pn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1.xml"/><Relationship Id="rId8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17.xml"/><Relationship Id="rId14" Type="http://schemas.openxmlformats.org/officeDocument/2006/relationships/slideLayout" Target="../slideLayouts/slideLayout218.xml"/><Relationship Id="rId15" Type="http://schemas.openxmlformats.org/officeDocument/2006/relationships/slideLayout" Target="../slideLayouts/slideLayout219.xml"/><Relationship Id="rId16" Type="http://schemas.openxmlformats.org/officeDocument/2006/relationships/slideLayout" Target="../slideLayouts/slideLayout220.xml"/><Relationship Id="rId17" Type="http://schemas.openxmlformats.org/officeDocument/2006/relationships/slideLayout" Target="../slideLayouts/slideLayout221.xml"/><Relationship Id="rId18" Type="http://schemas.openxmlformats.org/officeDocument/2006/relationships/theme" Target="../theme/theme13.xml"/><Relationship Id="rId19" Type="http://schemas.openxmlformats.org/officeDocument/2006/relationships/image" Target="../media/image1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2.xml"/><Relationship Id="rId2" Type="http://schemas.openxmlformats.org/officeDocument/2006/relationships/slideLayout" Target="../slideLayouts/slideLayout223.xml"/><Relationship Id="rId3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27.xml"/><Relationship Id="rId7" Type="http://schemas.openxmlformats.org/officeDocument/2006/relationships/slideLayout" Target="../slideLayouts/slideLayout228.xml"/><Relationship Id="rId8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2.xml"/><Relationship Id="rId12" Type="http://schemas.openxmlformats.org/officeDocument/2006/relationships/slideLayout" Target="../slideLayouts/slideLayout233.xml"/><Relationship Id="rId13" Type="http://schemas.openxmlformats.org/officeDocument/2006/relationships/slideLayout" Target="../slideLayouts/slideLayout234.xml"/><Relationship Id="rId14" Type="http://schemas.openxmlformats.org/officeDocument/2006/relationships/slideLayout" Target="../slideLayouts/slideLayout235.xml"/><Relationship Id="rId15" Type="http://schemas.openxmlformats.org/officeDocument/2006/relationships/slideLayout" Target="../slideLayouts/slideLayout236.xml"/><Relationship Id="rId16" Type="http://schemas.openxmlformats.org/officeDocument/2006/relationships/slideLayout" Target="../slideLayouts/slideLayout237.xml"/><Relationship Id="rId17" Type="http://schemas.openxmlformats.org/officeDocument/2006/relationships/slideLayout" Target="../slideLayouts/slideLayout238.xml"/><Relationship Id="rId18" Type="http://schemas.openxmlformats.org/officeDocument/2006/relationships/theme" Target="../theme/theme14.xml"/><Relationship Id="rId19" Type="http://schemas.openxmlformats.org/officeDocument/2006/relationships/image" Target="../media/image1.png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9.xml"/><Relationship Id="rId2" Type="http://schemas.openxmlformats.org/officeDocument/2006/relationships/slideLayout" Target="../slideLayouts/slideLayout240.xml"/><Relationship Id="rId3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4.xml"/><Relationship Id="rId7" Type="http://schemas.openxmlformats.org/officeDocument/2006/relationships/slideLayout" Target="../slideLayouts/slideLayout245.xml"/><Relationship Id="rId8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51.xml"/><Relationship Id="rId14" Type="http://schemas.openxmlformats.org/officeDocument/2006/relationships/slideLayout" Target="../slideLayouts/slideLayout252.xml"/><Relationship Id="rId15" Type="http://schemas.openxmlformats.org/officeDocument/2006/relationships/slideLayout" Target="../slideLayouts/slideLayout253.xml"/><Relationship Id="rId16" Type="http://schemas.openxmlformats.org/officeDocument/2006/relationships/slideLayout" Target="../slideLayouts/slideLayout254.xml"/><Relationship Id="rId17" Type="http://schemas.openxmlformats.org/officeDocument/2006/relationships/slideLayout" Target="../slideLayouts/slideLayout255.xml"/><Relationship Id="rId18" Type="http://schemas.openxmlformats.org/officeDocument/2006/relationships/theme" Target="../theme/theme15.xml"/><Relationship Id="rId19" Type="http://schemas.openxmlformats.org/officeDocument/2006/relationships/image" Target="../media/image1.png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3.xml"/><Relationship Id="rId9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5.xml"/><Relationship Id="rId11" Type="http://schemas.openxmlformats.org/officeDocument/2006/relationships/slideLayout" Target="../slideLayouts/slideLayout266.xml"/><Relationship Id="rId12" Type="http://schemas.openxmlformats.org/officeDocument/2006/relationships/slideLayout" Target="../slideLayouts/slideLayout267.xml"/><Relationship Id="rId13" Type="http://schemas.openxmlformats.org/officeDocument/2006/relationships/slideLayout" Target="../slideLayouts/slideLayout268.xml"/><Relationship Id="rId14" Type="http://schemas.openxmlformats.org/officeDocument/2006/relationships/slideLayout" Target="../slideLayouts/slideLayout269.xml"/><Relationship Id="rId15" Type="http://schemas.openxmlformats.org/officeDocument/2006/relationships/slideLayout" Target="../slideLayouts/slideLayout270.xml"/><Relationship Id="rId16" Type="http://schemas.openxmlformats.org/officeDocument/2006/relationships/slideLayout" Target="../slideLayouts/slideLayout271.xml"/><Relationship Id="rId17" Type="http://schemas.openxmlformats.org/officeDocument/2006/relationships/slideLayout" Target="../slideLayouts/slideLayout272.xml"/><Relationship Id="rId18" Type="http://schemas.openxmlformats.org/officeDocument/2006/relationships/theme" Target="../theme/theme16.xml"/><Relationship Id="rId19" Type="http://schemas.openxmlformats.org/officeDocument/2006/relationships/image" Target="../media/image1.png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80.xml"/><Relationship Id="rId9" Type="http://schemas.openxmlformats.org/officeDocument/2006/relationships/slideLayout" Target="../slideLayouts/slideLayout281.xml"/><Relationship Id="rId10" Type="http://schemas.openxmlformats.org/officeDocument/2006/relationships/slideLayout" Target="../slideLayouts/slideLayout282.xml"/><Relationship Id="rId11" Type="http://schemas.openxmlformats.org/officeDocument/2006/relationships/slideLayout" Target="../slideLayouts/slideLayout283.xml"/><Relationship Id="rId12" Type="http://schemas.openxmlformats.org/officeDocument/2006/relationships/slideLayout" Target="../slideLayouts/slideLayout284.xml"/><Relationship Id="rId13" Type="http://schemas.openxmlformats.org/officeDocument/2006/relationships/slideLayout" Target="../slideLayouts/slideLayout285.xml"/><Relationship Id="rId14" Type="http://schemas.openxmlformats.org/officeDocument/2006/relationships/slideLayout" Target="../slideLayouts/slideLayout286.xml"/><Relationship Id="rId15" Type="http://schemas.openxmlformats.org/officeDocument/2006/relationships/slideLayout" Target="../slideLayouts/slideLayout287.xml"/><Relationship Id="rId16" Type="http://schemas.openxmlformats.org/officeDocument/2006/relationships/slideLayout" Target="../slideLayouts/slideLayout288.xml"/><Relationship Id="rId17" Type="http://schemas.openxmlformats.org/officeDocument/2006/relationships/slideLayout" Target="../slideLayouts/slideLayout289.xml"/><Relationship Id="rId18" Type="http://schemas.openxmlformats.org/officeDocument/2006/relationships/theme" Target="../theme/theme17.xml"/><Relationship Id="rId19" Type="http://schemas.openxmlformats.org/officeDocument/2006/relationships/image" Target="../media/image1.png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0.xml"/><Relationship Id="rId2" Type="http://schemas.openxmlformats.org/officeDocument/2006/relationships/slideLayout" Target="../slideLayouts/slideLayout291.xml"/><Relationship Id="rId3" Type="http://schemas.openxmlformats.org/officeDocument/2006/relationships/slideLayout" Target="../slideLayouts/slideLayout292.xml"/><Relationship Id="rId4" Type="http://schemas.openxmlformats.org/officeDocument/2006/relationships/slideLayout" Target="../slideLayouts/slideLayout293.xml"/><Relationship Id="rId5" Type="http://schemas.openxmlformats.org/officeDocument/2006/relationships/slideLayout" Target="../slideLayouts/slideLayout294.xml"/><Relationship Id="rId6" Type="http://schemas.openxmlformats.org/officeDocument/2006/relationships/slideLayout" Target="../slideLayouts/slideLayout295.xml"/><Relationship Id="rId7" Type="http://schemas.openxmlformats.org/officeDocument/2006/relationships/slideLayout" Target="../slideLayouts/slideLayout296.xml"/><Relationship Id="rId8" Type="http://schemas.openxmlformats.org/officeDocument/2006/relationships/slideLayout" Target="../slideLayouts/slideLayout297.xml"/><Relationship Id="rId9" Type="http://schemas.openxmlformats.org/officeDocument/2006/relationships/slideLayout" Target="../slideLayouts/slideLayout298.xml"/><Relationship Id="rId10" Type="http://schemas.openxmlformats.org/officeDocument/2006/relationships/slideLayout" Target="../slideLayouts/slideLayout299.xml"/><Relationship Id="rId11" Type="http://schemas.openxmlformats.org/officeDocument/2006/relationships/slideLayout" Target="../slideLayouts/slideLayout300.xml"/><Relationship Id="rId12" Type="http://schemas.openxmlformats.org/officeDocument/2006/relationships/slideLayout" Target="../slideLayouts/slideLayout301.xml"/><Relationship Id="rId13" Type="http://schemas.openxmlformats.org/officeDocument/2006/relationships/slideLayout" Target="../slideLayouts/slideLayout302.xml"/><Relationship Id="rId14" Type="http://schemas.openxmlformats.org/officeDocument/2006/relationships/slideLayout" Target="../slideLayouts/slideLayout303.xml"/><Relationship Id="rId15" Type="http://schemas.openxmlformats.org/officeDocument/2006/relationships/slideLayout" Target="../slideLayouts/slideLayout304.xml"/><Relationship Id="rId16" Type="http://schemas.openxmlformats.org/officeDocument/2006/relationships/slideLayout" Target="../slideLayouts/slideLayout305.xml"/><Relationship Id="rId17" Type="http://schemas.openxmlformats.org/officeDocument/2006/relationships/slideLayout" Target="../slideLayouts/slideLayout306.xml"/><Relationship Id="rId18" Type="http://schemas.openxmlformats.org/officeDocument/2006/relationships/theme" Target="../theme/theme18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Coq形式化验证入门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日期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传统测试方法的局限性与软件缺陷遗留风险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形式化验证在航空航天与金融交易等高可靠性领域的应用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Coq基于数学逻辑底层保障系统绝对正确性的机制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课程教学路径：从《孙子算经》案例切入降低学习门槛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经典案例分析：以“鸡兔同笼”问题为例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传统数学建模：利用线性方程组将现实问题符号化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Coq课程目标：将数学符号转化为机器可验证的形式化语言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00080"/>
                </a:solidFill>
                <a:latin typeface="Cambria Math"/>
              </a:rPr>
              <a:t>x + y = 35</a:t>
            </a:r>
          </a:p>
          <a:p>
            <a:pPr algn="ctr"/>
            <a:r>
              <a:rPr sz="2400">
                <a:solidFill>
                  <a:srgbClr val="000080"/>
                </a:solidFill>
                <a:latin typeface="Cambria Math"/>
              </a:rPr>
              <a:t>2x + 4y = 94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解决海量变量与超长步骤的证明难题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利用机器验证消除人为疏忽与错误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提供交互式环境（IDE）保障推理严密性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追求逻辑推导的绝对严谨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通用编程语言（如C/Python）内置整数类型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Coq底层逻辑缺乏预置数值类型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需从零开始形式化定义自然数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基于皮亚诺算术公理定义自然数类型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构造函数O代表基数0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构造函数S代表后继操作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通过递归形式表示数值（如2表示为S (S O)）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6400"/>
                </a:solidFill>
                <a:latin typeface="Consolas"/>
              </a:rPr>
              <a:t>Inductive nat : Type := | O : nat | S : nat -&gt; nat.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Coq提供记号机制（Notation）简化代码书写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输入阿拉伯数字自动解析为内部递归构造形式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输出结果自动转换为常规数字格式显示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IDE支持验证数值常量的自然数类型属性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7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8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9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0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宽屏</PresentationFormat>
  <Paragraphs>14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等线</vt:lpstr>
      <vt:lpstr>Arial</vt:lpstr>
      <vt:lpstr>自定义设计方案</vt:lpstr>
      <vt:lpstr>2_自定义设计方案</vt:lpstr>
      <vt:lpstr>11_自定义设计方案</vt:lpstr>
      <vt:lpstr>12_自定义设计方案</vt:lpstr>
      <vt:lpstr>13_自定义设计方案</vt:lpstr>
      <vt:lpstr>14_自定义设计方案</vt:lpstr>
      <vt:lpstr>15_自定义设计方案</vt:lpstr>
      <vt:lpstr>16_自定义设计方案</vt:lpstr>
      <vt:lpstr>17_自定义设计方案</vt:lpstr>
      <vt:lpstr>18_自定义设计方案</vt:lpstr>
      <vt:lpstr>19_自定义设计方案</vt:lpstr>
      <vt:lpstr>20_自定义设计方案</vt:lpstr>
      <vt:lpstr>21_自定义设计方案</vt:lpstr>
      <vt:lpstr>22_自定义设计方案</vt:lpstr>
      <vt:lpstr>23_自定义设计方案</vt:lpstr>
      <vt:lpstr>24_自定义设计方案</vt:lpstr>
      <vt:lpstr>25_自定义设计方案</vt:lpstr>
      <vt:lpstr>1_自定义设计方案</vt:lpstr>
      <vt:lpstr>一级标题</vt:lpstr>
      <vt:lpstr>Title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Zhang, Shenao</cp:lastModifiedBy>
  <cp:revision>297</cp:revision>
  <cp:lastPrinted>2025-10-19T20:48:01Z</cp:lastPrinted>
  <dcterms:created xsi:type="dcterms:W3CDTF">2025-10-19T20:48:01Z</dcterms:created>
  <dcterms:modified xsi:type="dcterms:W3CDTF">2026-01-23T22:23:50Z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  <property fmtid="{D5CDD505-2E9C-101B-9397-08002B2CF9AE}" pid="3" name="ICV">
    <vt:lpwstr>2B73706DCC553601A137F5687D2192DE_43</vt:lpwstr>
  </property>
  <property fmtid="{D5CDD505-2E9C-101B-9397-08002B2CF9AE}" pid="4" name="KSOProductBuildVer">
    <vt:lpwstr>2052-6.7.1.8828</vt:lpwstr>
  </property>
</Properties>
</file>