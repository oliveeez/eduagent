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  <p:sldMasterId id="2147483684" r:id="rId3"/>
    <p:sldMasterId id="2147483702" r:id="rId4"/>
    <p:sldMasterId id="2147483720" r:id="rId5"/>
    <p:sldMasterId id="2147483738" r:id="rId6"/>
    <p:sldMasterId id="2147483756" r:id="rId7"/>
    <p:sldMasterId id="2147483774" r:id="rId8"/>
    <p:sldMasterId id="2147483792" r:id="rId9"/>
    <p:sldMasterId id="2147483810" r:id="rId10"/>
    <p:sldMasterId id="2147483828" r:id="rId11"/>
    <p:sldMasterId id="2147483846" r:id="rId12"/>
    <p:sldMasterId id="2147483864" r:id="rId13"/>
    <p:sldMasterId id="2147483882" r:id="rId14"/>
    <p:sldMasterId id="2147483900" r:id="rId15"/>
    <p:sldMasterId id="2147483918" r:id="rId16"/>
    <p:sldMasterId id="2147483936" r:id="rId17"/>
    <p:sldMasterId id="2147483954" r:id="rId18"/>
  </p:sldMasterIdLst>
  <p:notesMasterIdLst>
    <p:notesMasterId r:id="rId21"/>
  </p:notesMasterIdLst>
  <p:handoutMasterIdLst>
    <p:handoutMasterId r:id="rId22"/>
  </p:handoutMasterIdLst>
  <p:sldIdLst>
    <p:sldId id="256" r:id="rId19"/>
    <p:sldId id="257" r:id="rId20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FCCA5CC-F365-4341-BFB8-B60DA5A3B15D}">
          <p14:sldIdLst>
            <p14:sldId id="256"/>
            <p14:sldId id="328"/>
          </p14:sldIdLst>
        </p14:section>
        <p14:section name="目录" id="{017F0D12-27D2-490C-910C-815125398AC8}">
          <p14:sldIdLst/>
        </p14:section>
        <p14:section name="过渡页" id="{255FA83B-1C12-40C6-B414-038CF2130AE8}">
          <p14:sldIdLst/>
        </p14:section>
        <p14:section name="内页" id="{C6D91BFE-80F2-473C-AE71-1EA12DA3CD92}">
          <p14:sldIdLst/>
        </p14:section>
        <p14:section name="封底" id="{2E025735-C41C-4ED5-94AB-BFCE16B95C49}">
          <p14:sldIdLst/>
        </p14:section>
        <p14:section name="设计规范" id="{D649FF30-C064-4F5D-86A8-654B6F88799F}">
          <p14:sldIdLst/>
        </p14:section>
      </p14:sectionLst>
    </p:ext>
    <p:ext uri="{EFAFB233-063F-42B5-8137-9DF3F51BA10A}">
      <p15:sldGuideLst xmlns:p15="http://schemas.microsoft.com/office/powerpoint/2012/main">
        <p15:guide id="1" pos="3872" userDrawn="1">
          <p15:clr>
            <a:srgbClr val="A4A3A4"/>
          </p15:clr>
        </p15:guide>
        <p15:guide id="2" pos="2389" userDrawn="1">
          <p15:clr>
            <a:srgbClr val="A4A3A4"/>
          </p15:clr>
        </p15:guide>
        <p15:guide id="4" orient="horz" pos="2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5" autoAdjust="0"/>
    <p:restoredTop sz="94629" autoAdjust="0"/>
  </p:normalViewPr>
  <p:slideViewPr>
    <p:cSldViewPr snapToGrid="0" showGuides="1">
      <p:cViewPr varScale="1">
        <p:scale>
          <a:sx n="103" d="100"/>
          <a:sy n="103" d="100"/>
        </p:scale>
        <p:origin x="712" y="176"/>
      </p:cViewPr>
      <p:guideLst>
        <p:guide pos="3872"/>
        <p:guide pos="2389"/>
        <p:guide orient="horz"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4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4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5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5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4.pn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5.pn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5.pn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4.png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5.png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4.pn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5.png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4.pn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5.pn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4.png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5.png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4.png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5.pn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4.png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5.png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19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theme" Target="../theme/theme3.xml"/><Relationship Id="rId19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theme" Target="../theme/theme4.xml"/><Relationship Id="rId19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5.xml"/><Relationship Id="rId18" Type="http://schemas.openxmlformats.org/officeDocument/2006/relationships/theme" Target="../theme/theme5.xml"/><Relationship Id="rId19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2.xml"/><Relationship Id="rId18" Type="http://schemas.openxmlformats.org/officeDocument/2006/relationships/theme" Target="../theme/theme6.xml"/><Relationship Id="rId19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9.xml"/><Relationship Id="rId18" Type="http://schemas.openxmlformats.org/officeDocument/2006/relationships/theme" Target="../theme/theme7.xml"/><Relationship Id="rId19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36.xml"/><Relationship Id="rId18" Type="http://schemas.openxmlformats.org/officeDocument/2006/relationships/theme" Target="../theme/theme8.xml"/><Relationship Id="rId19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3.xml"/><Relationship Id="rId18" Type="http://schemas.openxmlformats.org/officeDocument/2006/relationships/theme" Target="../theme/theme9.xml"/><Relationship Id="rId19" Type="http://schemas.openxmlformats.org/officeDocument/2006/relationships/image" Target="../media/image1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0.xml"/><Relationship Id="rId18" Type="http://schemas.openxmlformats.org/officeDocument/2006/relationships/theme" Target="../theme/theme10.xml"/><Relationship Id="rId19" Type="http://schemas.openxmlformats.org/officeDocument/2006/relationships/image" Target="../media/image1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84.xml"/><Relationship Id="rId15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87.xml"/><Relationship Id="rId18" Type="http://schemas.openxmlformats.org/officeDocument/2006/relationships/theme" Target="../theme/theme11.xml"/><Relationship Id="rId19" Type="http://schemas.openxmlformats.org/officeDocument/2006/relationships/image" Target="../media/image1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197.xml"/><Relationship Id="rId11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199.xml"/><Relationship Id="rId13" Type="http://schemas.openxmlformats.org/officeDocument/2006/relationships/slideLayout" Target="../slideLayouts/slideLayout200.xml"/><Relationship Id="rId14" Type="http://schemas.openxmlformats.org/officeDocument/2006/relationships/slideLayout" Target="../slideLayouts/slideLayout201.xml"/><Relationship Id="rId15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03.xml"/><Relationship Id="rId17" Type="http://schemas.openxmlformats.org/officeDocument/2006/relationships/slideLayout" Target="../slideLayouts/slideLayout204.xml"/><Relationship Id="rId18" Type="http://schemas.openxmlformats.org/officeDocument/2006/relationships/theme" Target="../theme/theme12.xml"/><Relationship Id="rId19" Type="http://schemas.openxmlformats.org/officeDocument/2006/relationships/image" Target="../media/image1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18.xml"/><Relationship Id="rId15" Type="http://schemas.openxmlformats.org/officeDocument/2006/relationships/slideLayout" Target="../slideLayouts/slideLayout219.xml"/><Relationship Id="rId16" Type="http://schemas.openxmlformats.org/officeDocument/2006/relationships/slideLayout" Target="../slideLayouts/slideLayout220.xml"/><Relationship Id="rId17" Type="http://schemas.openxmlformats.org/officeDocument/2006/relationships/slideLayout" Target="../slideLayouts/slideLayout221.xml"/><Relationship Id="rId18" Type="http://schemas.openxmlformats.org/officeDocument/2006/relationships/theme" Target="../theme/theme13.xml"/><Relationship Id="rId19" Type="http://schemas.openxmlformats.org/officeDocument/2006/relationships/image" Target="../media/image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28.xml"/><Relationship Id="rId8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3.xml"/><Relationship Id="rId13" Type="http://schemas.openxmlformats.org/officeDocument/2006/relationships/slideLayout" Target="../slideLayouts/slideLayout234.xml"/><Relationship Id="rId14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37.xml"/><Relationship Id="rId17" Type="http://schemas.openxmlformats.org/officeDocument/2006/relationships/slideLayout" Target="../slideLayouts/slideLayout238.xml"/><Relationship Id="rId18" Type="http://schemas.openxmlformats.org/officeDocument/2006/relationships/theme" Target="../theme/theme14.xml"/><Relationship Id="rId19" Type="http://schemas.openxmlformats.org/officeDocument/2006/relationships/image" Target="../media/image1.pn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45.xml"/><Relationship Id="rId8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53.xml"/><Relationship Id="rId16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5.xml"/><Relationship Id="rId18" Type="http://schemas.openxmlformats.org/officeDocument/2006/relationships/theme" Target="../theme/theme15.xml"/><Relationship Id="rId19" Type="http://schemas.openxmlformats.org/officeDocument/2006/relationships/image" Target="../media/image1.png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67.xml"/><Relationship Id="rId13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69.xml"/><Relationship Id="rId15" Type="http://schemas.openxmlformats.org/officeDocument/2006/relationships/slideLayout" Target="../slideLayouts/slideLayout270.xml"/><Relationship Id="rId16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2.xml"/><Relationship Id="rId18" Type="http://schemas.openxmlformats.org/officeDocument/2006/relationships/theme" Target="../theme/theme16.xml"/><Relationship Id="rId19" Type="http://schemas.openxmlformats.org/officeDocument/2006/relationships/image" Target="../media/image1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80.xml"/><Relationship Id="rId9" Type="http://schemas.openxmlformats.org/officeDocument/2006/relationships/slideLayout" Target="../slideLayouts/slideLayout281.xml"/><Relationship Id="rId10" Type="http://schemas.openxmlformats.org/officeDocument/2006/relationships/slideLayout" Target="../slideLayouts/slideLayout282.xml"/><Relationship Id="rId11" Type="http://schemas.openxmlformats.org/officeDocument/2006/relationships/slideLayout" Target="../slideLayouts/slideLayout283.xml"/><Relationship Id="rId12" Type="http://schemas.openxmlformats.org/officeDocument/2006/relationships/slideLayout" Target="../slideLayouts/slideLayout284.xml"/><Relationship Id="rId13" Type="http://schemas.openxmlformats.org/officeDocument/2006/relationships/slideLayout" Target="../slideLayouts/slideLayout285.xml"/><Relationship Id="rId14" Type="http://schemas.openxmlformats.org/officeDocument/2006/relationships/slideLayout" Target="../slideLayouts/slideLayout286.xml"/><Relationship Id="rId15" Type="http://schemas.openxmlformats.org/officeDocument/2006/relationships/slideLayout" Target="../slideLayouts/slideLayout287.xml"/><Relationship Id="rId16" Type="http://schemas.openxmlformats.org/officeDocument/2006/relationships/slideLayout" Target="../slideLayouts/slideLayout288.xml"/><Relationship Id="rId17" Type="http://schemas.openxmlformats.org/officeDocument/2006/relationships/slideLayout" Target="../slideLayouts/slideLayout289.xml"/><Relationship Id="rId18" Type="http://schemas.openxmlformats.org/officeDocument/2006/relationships/theme" Target="../theme/theme17.xml"/><Relationship Id="rId19" Type="http://schemas.openxmlformats.org/officeDocument/2006/relationships/image" Target="../media/image1.png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0.xml"/><Relationship Id="rId2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93.xml"/><Relationship Id="rId5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5.xml"/><Relationship Id="rId7" Type="http://schemas.openxmlformats.org/officeDocument/2006/relationships/slideLayout" Target="../slideLayouts/slideLayout296.xml"/><Relationship Id="rId8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298.xml"/><Relationship Id="rId10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1.xml"/><Relationship Id="rId13" Type="http://schemas.openxmlformats.org/officeDocument/2006/relationships/slideLayout" Target="../slideLayouts/slideLayout302.xml"/><Relationship Id="rId14" Type="http://schemas.openxmlformats.org/officeDocument/2006/relationships/slideLayout" Target="../slideLayouts/slideLayout303.xml"/><Relationship Id="rId15" Type="http://schemas.openxmlformats.org/officeDocument/2006/relationships/slideLayout" Target="../slideLayouts/slideLayout304.xml"/><Relationship Id="rId16" Type="http://schemas.openxmlformats.org/officeDocument/2006/relationships/slideLayout" Target="../slideLayouts/slideLayout305.xml"/><Relationship Id="rId17" Type="http://schemas.openxmlformats.org/officeDocument/2006/relationships/slideLayout" Target="../slideLayouts/slideLayout306.xml"/><Relationship Id="rId18" Type="http://schemas.openxmlformats.org/officeDocument/2006/relationships/theme" Target="../theme/theme18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Relationship Id="rId2" Type="http://schemas.openxmlformats.org/officeDocument/2006/relationships/image" Target="../media/image17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400">
                <a:solidFill>
                  <a:srgbClr val="C00000"/>
                </a:solidFill>
                <a:latin typeface="微软雅黑"/>
              </a:rPr>
              <a:t>Coq验证入门：整数算术与大小比较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软件开发中传统单元测试的覆盖率局限与潜在风险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航空航天及金融等关键领域对形式化验证的刚性需求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Coq基于底层数学逻辑保障系统绝对正确性的核心机制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入门教学路径：以《孙子算经》案例替代复杂类型论讲解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案例引入：鸡兔同笼问题的数学描述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传统建模：构建线性方程组实现从现实问题到数学符号的转化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课程目标：将数学符号进一步转化为机器可验证的形式化语言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核心进阶：实现机器对逻辑的理解与自动验证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x + y = 35</a:t>
            </a:r>
          </a:p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2x + 4y = 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应对高复杂度场景，突破人脑处理大规模变量与步骤的局限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利用机器验证优势，彻底消除人为逻辑疏忽与错误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提供交互式证明环境（IDE）对每一步推理进行严格审查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核心目标在于追求逻辑证明的绝对严谨性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C与Python等语言提供内置整数类型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Coq底层逻辑不包含预置自然数定义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需从零开始构建自然数的形式化定义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Coq标准库基于皮亚诺算术公理定义自然数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采用归纳类型定义包含构造子O与S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构造子O代表数值0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构造子S代表后继函数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数值通过递归嵌套结构构建</a:t>
            </a:r>
          </a:p>
        </p:txBody>
      </p:sp>
      <p:pic>
        <p:nvPicPr>
          <p:cNvPr id="6" name="Picture 5" descr="slide_005_coq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Coq提供记号机制解决递归构造书写繁琐问题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输入时自动将阿拉伯数字解析为底层递归结构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输出时自动将内部结构转换为直观数字形式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通过类型检查验证数值属于自然数类型定义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8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0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宽屏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等线</vt:lpstr>
      <vt:lpstr>Arial</vt:lpstr>
      <vt:lpstr>自定义设计方案</vt:lpstr>
      <vt:lpstr>2_自定义设计方案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22_自定义设计方案</vt:lpstr>
      <vt:lpstr>23_自定义设计方案</vt:lpstr>
      <vt:lpstr>24_自定义设计方案</vt:lpstr>
      <vt:lpstr>25_自定义设计方案</vt:lpstr>
      <vt:lpstr>1_自定义设计方案</vt:lpstr>
      <vt:lpstr>一级标题</vt:lpstr>
      <vt:lpstr>Title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Zhang, Shenao</cp:lastModifiedBy>
  <cp:revision>297</cp:revision>
  <cp:lastPrinted>2025-10-19T20:48:01Z</cp:lastPrinted>
  <dcterms:created xsi:type="dcterms:W3CDTF">2025-10-19T20:48:01Z</dcterms:created>
  <dcterms:modified xsi:type="dcterms:W3CDTF">2026-01-23T22:23:50Z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ICV">
    <vt:lpwstr>2B73706DCC553601A137F5687D2192DE_43</vt:lpwstr>
  </property>
  <property fmtid="{D5CDD505-2E9C-101B-9397-08002B2CF9AE}" pid="4" name="KSOProductBuildVer">
    <vt:lpwstr>2052-6.7.1.8828</vt:lpwstr>
  </property>
</Properties>
</file>